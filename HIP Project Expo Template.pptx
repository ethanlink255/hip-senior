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69" r:id="rId4"/>
    <p:sldId id="260" r:id="rId5"/>
    <p:sldId id="265" r:id="rId6"/>
    <p:sldId id="266"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C8B7AE-C3DC-4507-9731-BCA34EA38AED}" v="1959" dt="2020-05-12T14:38:42.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5620"/>
    <p:restoredTop sz="94660"/>
  </p:normalViewPr>
  <p:slideViewPr>
    <p:cSldViewPr>
      <p:cViewPr varScale="1">
        <p:scale>
          <a:sx n="65" d="100"/>
          <a:sy n="65" d="100"/>
        </p:scale>
        <p:origin x="1736" y="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18" name="Picture 17" descr="noc_performance_graphic[FINAL]-01.png"/>
          <p:cNvPicPr>
            <a:picLocks noChangeAspect="1"/>
          </p:cNvPicPr>
          <p:nvPr/>
        </p:nvPicPr>
        <p:blipFill>
          <a:blip r:embed="rId2" cstate="print"/>
          <a:stretch>
            <a:fillRect/>
          </a:stretch>
        </p:blipFill>
        <p:spPr>
          <a:xfrm>
            <a:off x="0" y="0"/>
            <a:ext cx="9144000" cy="6858000"/>
          </a:xfrm>
          <a:prstGeom prst="rect">
            <a:avLst/>
          </a:prstGeom>
        </p:spPr>
      </p:pic>
      <p:sp>
        <p:nvSpPr>
          <p:cNvPr id="26" name="Title 4"/>
          <p:cNvSpPr>
            <a:spLocks noGrp="1"/>
          </p:cNvSpPr>
          <p:nvPr>
            <p:ph type="ctrTitle" hasCustomPrompt="1"/>
          </p:nvPr>
        </p:nvSpPr>
        <p:spPr>
          <a:xfrm>
            <a:off x="3992881" y="1231163"/>
            <a:ext cx="4864588" cy="2011094"/>
          </a:xfrm>
        </p:spPr>
        <p:txBody>
          <a:bodyPr tIns="457200" bIns="548640"/>
          <a:lstStyle>
            <a:lvl1pPr algn="r">
              <a:defRPr sz="3200" b="1" spc="40" baseline="0">
                <a:solidFill>
                  <a:schemeClr val="tx1"/>
                </a:solidFill>
                <a:latin typeface="Arial" pitchFamily="34" charset="0"/>
                <a:cs typeface="Arial" pitchFamily="34" charset="0"/>
              </a:defRPr>
            </a:lvl1pPr>
          </a:lstStyle>
          <a:p>
            <a:r>
              <a:rPr lang="en-US" dirty="0"/>
              <a:t>Main Title, Font: </a:t>
            </a:r>
            <a:br>
              <a:rPr lang="en-US" dirty="0"/>
            </a:br>
            <a:r>
              <a:rPr lang="en-US" dirty="0"/>
              <a:t>Arial Bold 32pt.</a:t>
            </a:r>
          </a:p>
        </p:txBody>
      </p:sp>
      <p:sp>
        <p:nvSpPr>
          <p:cNvPr id="27" name="Text Placeholder 32"/>
          <p:cNvSpPr>
            <a:spLocks noGrp="1"/>
          </p:cNvSpPr>
          <p:nvPr>
            <p:ph type="body" sz="quarter" idx="14" hasCustomPrompt="1"/>
          </p:nvPr>
        </p:nvSpPr>
        <p:spPr>
          <a:xfrm>
            <a:off x="3885634" y="4263457"/>
            <a:ext cx="4968114" cy="457200"/>
          </a:xfrm>
        </p:spPr>
        <p:txBody>
          <a:bodyPr wrap="none" tIns="0"/>
          <a:lstStyle>
            <a:lvl1pPr algn="r">
              <a:buNone/>
              <a:defRPr sz="2000" baseline="0">
                <a:solidFill>
                  <a:schemeClr val="tx1"/>
                </a:solidFill>
                <a:latin typeface="Arial" pitchFamily="34" charset="0"/>
                <a:cs typeface="Arial" pitchFamily="34" charset="0"/>
              </a:defRPr>
            </a:lvl1pPr>
            <a:lvl2pPr>
              <a:buNone/>
              <a:defRPr sz="2000"/>
            </a:lvl2pPr>
            <a:lvl3pPr>
              <a:buNone/>
              <a:defRPr sz="2000"/>
            </a:lvl3pPr>
            <a:lvl4pPr>
              <a:buNone/>
              <a:defRPr sz="2000"/>
            </a:lvl4pPr>
            <a:lvl5pPr>
              <a:buNone/>
              <a:defRPr sz="2000"/>
            </a:lvl5pPr>
          </a:lstStyle>
          <a:p>
            <a:pPr lvl="0"/>
            <a:r>
              <a:rPr lang="en-US" dirty="0"/>
              <a:t>Meeting date(s), Arial 20pt.</a:t>
            </a:r>
          </a:p>
        </p:txBody>
      </p:sp>
      <p:sp>
        <p:nvSpPr>
          <p:cNvPr id="28" name="Text Placeholder 37"/>
          <p:cNvSpPr>
            <a:spLocks noGrp="1"/>
          </p:cNvSpPr>
          <p:nvPr>
            <p:ph type="body" sz="quarter" idx="15" hasCustomPrompt="1"/>
          </p:nvPr>
        </p:nvSpPr>
        <p:spPr>
          <a:xfrm>
            <a:off x="3886164" y="4722131"/>
            <a:ext cx="4972728" cy="457200"/>
          </a:xfrm>
        </p:spPr>
        <p:txBody>
          <a:bodyPr wrap="none" bIns="18288" anchor="b" anchorCtr="0"/>
          <a:lstStyle>
            <a:lvl1pPr algn="r">
              <a:buNone/>
              <a:defRPr baseline="0">
                <a:solidFill>
                  <a:schemeClr val="tx1"/>
                </a:solidFill>
                <a:latin typeface="Arial" pitchFamily="34" charset="0"/>
                <a:cs typeface="Arial" pitchFamily="34" charset="0"/>
              </a:defRPr>
            </a:lvl1pPr>
            <a:lvl2pPr>
              <a:buNone/>
              <a:defRPr/>
            </a:lvl2pPr>
            <a:lvl3pPr>
              <a:buNone/>
              <a:defRPr/>
            </a:lvl3pPr>
            <a:lvl4pPr>
              <a:buNone/>
              <a:defRPr/>
            </a:lvl4pPr>
            <a:lvl5pPr>
              <a:buNone/>
              <a:defRPr/>
            </a:lvl5pPr>
          </a:lstStyle>
          <a:p>
            <a:pPr lvl="0"/>
            <a:r>
              <a:rPr lang="en-US" dirty="0"/>
              <a:t>Speaker’s name, Arial 20pt.</a:t>
            </a:r>
          </a:p>
        </p:txBody>
      </p:sp>
      <p:sp>
        <p:nvSpPr>
          <p:cNvPr id="29" name="Text Placeholder 40"/>
          <p:cNvSpPr>
            <a:spLocks noGrp="1"/>
          </p:cNvSpPr>
          <p:nvPr>
            <p:ph type="body" sz="quarter" idx="16" hasCustomPrompt="1"/>
          </p:nvPr>
        </p:nvSpPr>
        <p:spPr>
          <a:xfrm>
            <a:off x="3886164" y="5222875"/>
            <a:ext cx="4972726" cy="381000"/>
          </a:xfrm>
        </p:spPr>
        <p:txBody>
          <a:bodyPr wrap="none" tIns="0" bIns="438912">
            <a:noAutofit/>
          </a:bodyPr>
          <a:lstStyle>
            <a:lvl1pPr algn="r">
              <a:buNone/>
              <a:defRPr sz="1600" baseline="0">
                <a:solidFill>
                  <a:schemeClr val="tx1"/>
                </a:solidFill>
                <a:latin typeface="Arial" pitchFamily="34" charset="0"/>
                <a:cs typeface="Arial" pitchFamily="34" charset="0"/>
              </a:defRPr>
            </a:lvl1pPr>
            <a:lvl2pPr>
              <a:buNone/>
              <a:defRPr sz="1800"/>
            </a:lvl2pPr>
            <a:lvl3pPr>
              <a:buNone/>
              <a:defRPr sz="1800"/>
            </a:lvl3pPr>
            <a:lvl4pPr>
              <a:buNone/>
              <a:defRPr sz="1800"/>
            </a:lvl4pPr>
            <a:lvl5pPr>
              <a:buNone/>
              <a:defRPr sz="1800"/>
            </a:lvl5pPr>
          </a:lstStyle>
          <a:p>
            <a:pPr lvl="0"/>
            <a:r>
              <a:rPr lang="en-US" dirty="0"/>
              <a:t>Speaker’s title, Arial 16pt.</a:t>
            </a:r>
          </a:p>
        </p:txBody>
      </p:sp>
      <p:sp>
        <p:nvSpPr>
          <p:cNvPr id="30" name="Text Placeholder 43"/>
          <p:cNvSpPr>
            <a:spLocks noGrp="1"/>
          </p:cNvSpPr>
          <p:nvPr>
            <p:ph type="body" sz="quarter" idx="17" hasCustomPrompt="1"/>
          </p:nvPr>
        </p:nvSpPr>
        <p:spPr>
          <a:xfrm>
            <a:off x="3894625" y="3760788"/>
            <a:ext cx="4959912" cy="457200"/>
          </a:xfrm>
        </p:spPr>
        <p:txBody>
          <a:bodyPr wrap="square" anchor="ctr" anchorCtr="0">
            <a:noAutofit/>
          </a:bodyPr>
          <a:lstStyle>
            <a:lvl1pPr algn="r">
              <a:buNone/>
              <a:defRPr sz="2400" b="1" spc="20" baseline="0">
                <a:solidFill>
                  <a:schemeClr val="tx1"/>
                </a:solidFill>
                <a:latin typeface="Arial" pitchFamily="34" charset="0"/>
                <a:cs typeface="Arial" pitchFamily="34" charset="0"/>
              </a:defRPr>
            </a:lvl1pPr>
            <a:lvl2pPr>
              <a:buNone/>
              <a:defRPr/>
            </a:lvl2pPr>
            <a:lvl3pPr>
              <a:buNone/>
              <a:defRPr/>
            </a:lvl3pPr>
            <a:lvl4pPr>
              <a:buNone/>
              <a:defRPr/>
            </a:lvl4pPr>
            <a:lvl5pPr>
              <a:buNone/>
              <a:defRPr/>
            </a:lvl5pPr>
          </a:lstStyle>
          <a:p>
            <a:pPr lvl="0"/>
            <a:r>
              <a:rPr lang="en-US" dirty="0"/>
              <a:t>Sub-title, Arial Bold 24pt.</a:t>
            </a:r>
          </a:p>
        </p:txBody>
      </p:sp>
      <p:pic>
        <p:nvPicPr>
          <p:cNvPr id="31" name="Picture 30" descr="noc_white_PNG.png"/>
          <p:cNvPicPr>
            <a:picLocks noChangeAspect="1"/>
          </p:cNvPicPr>
          <p:nvPr/>
        </p:nvPicPr>
        <p:blipFill>
          <a:blip r:embed="rId3" cstate="print"/>
          <a:srcRect l="2146" r="3456"/>
          <a:stretch>
            <a:fillRect/>
          </a:stretch>
        </p:blipFill>
        <p:spPr>
          <a:xfrm>
            <a:off x="1119188" y="3209769"/>
            <a:ext cx="1928683" cy="569855"/>
          </a:xfrm>
          <a:prstGeom prst="rect">
            <a:avLst/>
          </a:prstGeom>
        </p:spPr>
      </p:pic>
      <p:sp>
        <p:nvSpPr>
          <p:cNvPr id="32" name="Text Placeholder 27"/>
          <p:cNvSpPr>
            <a:spLocks noGrp="1"/>
          </p:cNvSpPr>
          <p:nvPr>
            <p:ph type="body" sz="quarter" idx="19" hasCustomPrompt="1"/>
          </p:nvPr>
        </p:nvSpPr>
        <p:spPr>
          <a:xfrm>
            <a:off x="4748213" y="0"/>
            <a:ext cx="4059237" cy="118872"/>
          </a:xfrm>
        </p:spPr>
        <p:txBody>
          <a:bodyPr tIns="0">
            <a:noAutofit/>
          </a:bodyPr>
          <a:lstStyle>
            <a:lvl1pPr marL="0" indent="0" algn="ctr">
              <a:buNone/>
              <a:defRPr sz="700">
                <a:solidFill>
                  <a:srgbClr val="FF0000"/>
                </a:solidFill>
                <a:latin typeface="Arial Narrow" pitchFamily="34" charset="0"/>
              </a:defRPr>
            </a:lvl1pPr>
          </a:lstStyle>
          <a:p>
            <a:pPr lvl="0"/>
            <a:r>
              <a:rPr lang="en-US" dirty="0"/>
              <a:t>Mark pages according to the proprietary level of information as described in Company Procedure J103 (or remove)</a:t>
            </a:r>
          </a:p>
        </p:txBody>
      </p:sp>
      <p:sp>
        <p:nvSpPr>
          <p:cNvPr id="33" name="Text Placeholder 37"/>
          <p:cNvSpPr>
            <a:spLocks noGrp="1"/>
          </p:cNvSpPr>
          <p:nvPr>
            <p:ph type="body" sz="quarter" idx="21" hasCustomPrompt="1"/>
          </p:nvPr>
        </p:nvSpPr>
        <p:spPr>
          <a:xfrm>
            <a:off x="4748213" y="6737350"/>
            <a:ext cx="4059237" cy="120650"/>
          </a:xfrm>
        </p:spPr>
        <p:txBody>
          <a:bodyPr bIns="0" anchor="b" anchorCtr="0">
            <a:noAutofit/>
          </a:bodyPr>
          <a:lstStyle>
            <a:lvl1pPr marL="0" indent="0" algn="ctr">
              <a:buNone/>
              <a:defRPr sz="700">
                <a:solidFill>
                  <a:srgbClr val="FF0000"/>
                </a:solidFill>
                <a:latin typeface="Arial Narrow" pitchFamily="34" charset="0"/>
              </a:defRPr>
            </a:lvl1pPr>
          </a:lstStyle>
          <a:p>
            <a:pPr lvl="0"/>
            <a:r>
              <a:rPr lang="en-US" dirty="0"/>
              <a:t>Mark pages according to the proprietary level of information as described in Company Procedure J103 (or remove)</a:t>
            </a:r>
          </a:p>
        </p:txBody>
      </p:sp>
      <p:sp>
        <p:nvSpPr>
          <p:cNvPr id="15" name="Text Placeholder 14"/>
          <p:cNvSpPr>
            <a:spLocks noGrp="1"/>
          </p:cNvSpPr>
          <p:nvPr>
            <p:ph type="body" sz="quarter" idx="22" hasCustomPrompt="1"/>
          </p:nvPr>
        </p:nvSpPr>
        <p:spPr>
          <a:xfrm>
            <a:off x="0" y="4972050"/>
            <a:ext cx="3282950" cy="512763"/>
          </a:xfrm>
          <a:solidFill>
            <a:schemeClr val="bg1">
              <a:alpha val="50000"/>
            </a:schemeClr>
          </a:solidFill>
          <a:ln w="12700">
            <a:solidFill>
              <a:schemeClr val="bg1">
                <a:lumMod val="85000"/>
              </a:schemeClr>
            </a:solidFill>
          </a:ln>
        </p:spPr>
        <p:txBody>
          <a:bodyPr>
            <a:noAutofit/>
          </a:bodyPr>
          <a:lstStyle>
            <a:lvl1pPr marL="0" indent="0" algn="just">
              <a:buNone/>
              <a:defRPr sz="900" baseline="0">
                <a:latin typeface="Arial Narrow" pitchFamily="34" charset="0"/>
              </a:defRPr>
            </a:lvl1pPr>
            <a:lvl2pPr algn="just">
              <a:buNone/>
              <a:defRPr sz="900">
                <a:latin typeface="Arial Narrow" pitchFamily="34" charset="0"/>
              </a:defRPr>
            </a:lvl2pPr>
            <a:lvl3pPr algn="just">
              <a:buNone/>
              <a:defRPr sz="900">
                <a:latin typeface="Arial Narrow" pitchFamily="34" charset="0"/>
              </a:defRPr>
            </a:lvl3pPr>
            <a:lvl4pPr algn="just">
              <a:buNone/>
              <a:defRPr sz="900">
                <a:latin typeface="Arial Narrow" pitchFamily="34" charset="0"/>
              </a:defRPr>
            </a:lvl4pPr>
            <a:lvl5pPr algn="just">
              <a:buNone/>
              <a:defRPr sz="900">
                <a:latin typeface="Arial Narrow" pitchFamily="34" charset="0"/>
              </a:defRPr>
            </a:lvl5pPr>
          </a:lstStyle>
          <a:p>
            <a:pPr lvl="0"/>
            <a:r>
              <a:rPr lang="en-US" dirty="0"/>
              <a:t>Insert Government required information here or delete this text box. Insert Government required information here or delete this text box. Insert Government required information here or delete this text box.</a:t>
            </a:r>
          </a:p>
        </p:txBody>
      </p:sp>
      <p:sp>
        <p:nvSpPr>
          <p:cNvPr id="17" name="Text Placeholder 16"/>
          <p:cNvSpPr>
            <a:spLocks noGrp="1"/>
          </p:cNvSpPr>
          <p:nvPr>
            <p:ph type="body" sz="quarter" idx="23" hasCustomPrompt="1"/>
          </p:nvPr>
        </p:nvSpPr>
        <p:spPr>
          <a:xfrm>
            <a:off x="0" y="5603875"/>
            <a:ext cx="6416675" cy="514350"/>
          </a:xfrm>
          <a:solidFill>
            <a:schemeClr val="bg1">
              <a:alpha val="50000"/>
            </a:schemeClr>
          </a:solidFill>
        </p:spPr>
        <p:txBody>
          <a:bodyPr>
            <a:normAutofit/>
          </a:bodyPr>
          <a:lstStyle>
            <a:lvl1pPr marL="0" indent="0" algn="just">
              <a:buNone/>
              <a:defRPr sz="900">
                <a:latin typeface="Arial Narrow" pitchFamily="34" charset="0"/>
              </a:defRPr>
            </a:lvl1pPr>
          </a:lstStyle>
          <a:p>
            <a:pPr lvl="0"/>
            <a:r>
              <a:rPr lang="en-US" dirty="0"/>
              <a:t>Insert Government required information here or delete this text box. Insert Government required information here or delete this text box. Insert Government required information here or delete this text box. Insert Government required information here or delete this text box. Insert Government required information here or delete this text box. Insert Government required information here or delete this text box.</a:t>
            </a:r>
          </a:p>
        </p:txBody>
      </p:sp>
      <p:sp>
        <p:nvSpPr>
          <p:cNvPr id="19" name="Text Placeholder 18"/>
          <p:cNvSpPr>
            <a:spLocks noGrp="1"/>
          </p:cNvSpPr>
          <p:nvPr>
            <p:ph type="body" sz="quarter" idx="24" hasCustomPrompt="1"/>
          </p:nvPr>
        </p:nvSpPr>
        <p:spPr>
          <a:xfrm>
            <a:off x="0" y="6224588"/>
            <a:ext cx="6416675" cy="512762"/>
          </a:xfrm>
          <a:solidFill>
            <a:schemeClr val="bg1">
              <a:alpha val="50000"/>
            </a:schemeClr>
          </a:solidFill>
        </p:spPr>
        <p:txBody>
          <a:bodyPr>
            <a:normAutofit/>
          </a:bodyPr>
          <a:lstStyle>
            <a:lvl1pPr marL="0" indent="0">
              <a:buNone/>
              <a:defRPr sz="900">
                <a:latin typeface="Arial Narrow" pitchFamily="34" charset="0"/>
              </a:defRPr>
            </a:lvl1pPr>
          </a:lstStyle>
          <a:p>
            <a:pPr lvl="0"/>
            <a:r>
              <a:rPr lang="en-US" dirty="0"/>
              <a:t>Insert Government required information here or delete this text box. Insert Government required information here or delete this text box. Insert Government required information here or delete this text box. Insert Government required information here or delete this text box. Insert Government required information here or delete this text box. Insert Government required information here or delete this text box.</a:t>
            </a:r>
          </a:p>
        </p:txBody>
      </p:sp>
      <p:pic>
        <p:nvPicPr>
          <p:cNvPr id="14" name="Picture 13" descr="HIP Logo - No White Space-small.PNG"/>
          <p:cNvPicPr>
            <a:picLocks noChangeAspect="1"/>
          </p:cNvPicPr>
          <p:nvPr userDrawn="1"/>
        </p:nvPicPr>
        <p:blipFill>
          <a:blip r:embed="rId4" cstate="print"/>
          <a:stretch>
            <a:fillRect/>
          </a:stretch>
        </p:blipFill>
        <p:spPr>
          <a:xfrm>
            <a:off x="7162800" y="228600"/>
            <a:ext cx="1524000" cy="8286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ection Break Slide">
    <p:spTree>
      <p:nvGrpSpPr>
        <p:cNvPr id="1" name=""/>
        <p:cNvGrpSpPr/>
        <p:nvPr/>
      </p:nvGrpSpPr>
      <p:grpSpPr>
        <a:xfrm>
          <a:off x="0" y="0"/>
          <a:ext cx="0" cy="0"/>
          <a:chOff x="0" y="0"/>
          <a:chExt cx="0" cy="0"/>
        </a:xfrm>
      </p:grpSpPr>
      <p:pic>
        <p:nvPicPr>
          <p:cNvPr id="9" name="Picture 8" descr="noc_performance_graphic[FINAL]-01.png"/>
          <p:cNvPicPr>
            <a:picLocks noChangeAspect="1"/>
          </p:cNvPicPr>
          <p:nvPr/>
        </p:nvPicPr>
        <p:blipFill>
          <a:blip r:embed="rId2" cstate="print"/>
          <a:stretch>
            <a:fillRect/>
          </a:stretch>
        </p:blipFill>
        <p:spPr>
          <a:xfrm>
            <a:off x="0" y="0"/>
            <a:ext cx="9144000" cy="6858000"/>
          </a:xfrm>
          <a:prstGeom prst="rect">
            <a:avLst/>
          </a:prstGeom>
        </p:spPr>
      </p:pic>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0" name="Text Placeholder 43"/>
          <p:cNvSpPr>
            <a:spLocks noGrp="1"/>
          </p:cNvSpPr>
          <p:nvPr>
            <p:ph type="body" sz="quarter" idx="17" hasCustomPrompt="1"/>
          </p:nvPr>
        </p:nvSpPr>
        <p:spPr>
          <a:xfrm>
            <a:off x="3444240" y="3200400"/>
            <a:ext cx="5410297" cy="457200"/>
          </a:xfrm>
        </p:spPr>
        <p:txBody>
          <a:bodyPr wrap="square" anchor="ctr" anchorCtr="0">
            <a:noAutofit/>
          </a:bodyPr>
          <a:lstStyle>
            <a:lvl1pPr algn="r">
              <a:buNone/>
              <a:defRPr sz="2400" b="1" spc="20" baseline="0">
                <a:solidFill>
                  <a:schemeClr val="tx1"/>
                </a:solidFill>
                <a:latin typeface="Arial" pitchFamily="34" charset="0"/>
                <a:cs typeface="Arial" pitchFamily="34" charset="0"/>
              </a:defRPr>
            </a:lvl1pPr>
            <a:lvl2pPr>
              <a:buNone/>
              <a:defRPr/>
            </a:lvl2pPr>
            <a:lvl3pPr>
              <a:buNone/>
              <a:defRPr/>
            </a:lvl3pPr>
            <a:lvl4pPr>
              <a:buNone/>
              <a:defRPr/>
            </a:lvl4pPr>
            <a:lvl5pPr>
              <a:buNone/>
              <a:defRPr/>
            </a:lvl5pPr>
          </a:lstStyle>
          <a:p>
            <a:pPr lvl="0"/>
            <a:r>
              <a:rPr lang="en-US" dirty="0"/>
              <a:t>Section Break (Click to Add Title)</a:t>
            </a:r>
          </a:p>
        </p:txBody>
      </p:sp>
      <p:pic>
        <p:nvPicPr>
          <p:cNvPr id="31" name="Picture 30" descr="noc_white_PNG.png"/>
          <p:cNvPicPr>
            <a:picLocks noChangeAspect="1"/>
          </p:cNvPicPr>
          <p:nvPr/>
        </p:nvPicPr>
        <p:blipFill>
          <a:blip r:embed="rId3" cstate="print"/>
          <a:srcRect l="2146" r="3456"/>
          <a:stretch>
            <a:fillRect/>
          </a:stretch>
        </p:blipFill>
        <p:spPr>
          <a:xfrm>
            <a:off x="1119188" y="3209769"/>
            <a:ext cx="1928683" cy="569855"/>
          </a:xfrm>
          <a:prstGeom prst="rect">
            <a:avLst/>
          </a:prstGeom>
        </p:spPr>
      </p:pic>
      <p:sp>
        <p:nvSpPr>
          <p:cNvPr id="32" name="Text Placeholder 27"/>
          <p:cNvSpPr>
            <a:spLocks noGrp="1"/>
          </p:cNvSpPr>
          <p:nvPr>
            <p:ph type="body" sz="quarter" idx="19" hasCustomPrompt="1"/>
          </p:nvPr>
        </p:nvSpPr>
        <p:spPr>
          <a:xfrm>
            <a:off x="4748213" y="0"/>
            <a:ext cx="4059237" cy="118872"/>
          </a:xfrm>
        </p:spPr>
        <p:txBody>
          <a:bodyPr tIns="0">
            <a:noAutofit/>
          </a:bodyPr>
          <a:lstStyle>
            <a:lvl1pPr marL="0" indent="0" algn="ctr">
              <a:buNone/>
              <a:defRPr sz="700">
                <a:solidFill>
                  <a:srgbClr val="FF0000"/>
                </a:solidFill>
                <a:latin typeface="Arial Narrow" pitchFamily="34" charset="0"/>
              </a:defRPr>
            </a:lvl1pPr>
          </a:lstStyle>
          <a:p>
            <a:pPr lvl="0"/>
            <a:r>
              <a:rPr lang="en-US" dirty="0"/>
              <a:t>Mark pages according to the proprietary level of information as described in Company Procedure J103 (or remove)</a:t>
            </a:r>
          </a:p>
        </p:txBody>
      </p:sp>
      <p:sp>
        <p:nvSpPr>
          <p:cNvPr id="33" name="Text Placeholder 37"/>
          <p:cNvSpPr>
            <a:spLocks noGrp="1"/>
          </p:cNvSpPr>
          <p:nvPr>
            <p:ph type="body" sz="quarter" idx="21" hasCustomPrompt="1"/>
          </p:nvPr>
        </p:nvSpPr>
        <p:spPr>
          <a:xfrm>
            <a:off x="4748213" y="6737350"/>
            <a:ext cx="4059237" cy="120650"/>
          </a:xfrm>
        </p:spPr>
        <p:txBody>
          <a:bodyPr bIns="0" anchor="b" anchorCtr="0">
            <a:noAutofit/>
          </a:bodyPr>
          <a:lstStyle>
            <a:lvl1pPr marL="0" indent="0" algn="ctr">
              <a:buNone/>
              <a:defRPr sz="700">
                <a:solidFill>
                  <a:srgbClr val="FF0000"/>
                </a:solidFill>
                <a:latin typeface="Arial Narrow" pitchFamily="34" charset="0"/>
              </a:defRPr>
            </a:lvl1pPr>
          </a:lstStyle>
          <a:p>
            <a:pPr lvl="0"/>
            <a:r>
              <a:rPr lang="en-US" dirty="0"/>
              <a:t>Mark pages according to the proprietary level of information as described in Company Procedure J103 (or remove)</a:t>
            </a:r>
          </a:p>
        </p:txBody>
      </p:sp>
      <p:pic>
        <p:nvPicPr>
          <p:cNvPr id="11" name="Picture 10" descr="HIP Logo - No White Space-small.PNG"/>
          <p:cNvPicPr>
            <a:picLocks noChangeAspect="1"/>
          </p:cNvPicPr>
          <p:nvPr userDrawn="1"/>
        </p:nvPicPr>
        <p:blipFill>
          <a:blip r:embed="rId4" cstate="print"/>
          <a:stretch>
            <a:fillRect/>
          </a:stretch>
        </p:blipFill>
        <p:spPr>
          <a:xfrm>
            <a:off x="7162800" y="228600"/>
            <a:ext cx="1524000" cy="82867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73152"/>
            <a:ext cx="6705600"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304800" y="1402080"/>
            <a:ext cx="8382000" cy="4524333"/>
          </a:xfrm>
        </p:spPr>
        <p:txBody>
          <a:bodyPr/>
          <a:lstStyle>
            <a:lvl1pPr>
              <a:spcBef>
                <a:spcPts val="24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705600" y="6705600"/>
            <a:ext cx="1828800" cy="152400"/>
          </a:xfrm>
          <a:ln/>
        </p:spPr>
        <p:txBody>
          <a:bodyPr/>
          <a:lstStyle>
            <a:lvl1pPr algn="r">
              <a:defRPr/>
            </a:lvl1pPr>
          </a:lstStyle>
          <a:p>
            <a:fld id="{42487D72-B4C4-4277-9737-339CE88FB566}" type="datetimeFigureOut">
              <a:rPr lang="en-US" smtClean="0"/>
              <a:pPr/>
              <a:t>6/4/2020</a:t>
            </a:fld>
            <a:endParaRPr lang="en-US"/>
          </a:p>
        </p:txBody>
      </p:sp>
      <p:sp>
        <p:nvSpPr>
          <p:cNvPr id="5" name="Rectangle 89"/>
          <p:cNvSpPr>
            <a:spLocks noGrp="1" noChangeArrowheads="1"/>
          </p:cNvSpPr>
          <p:nvPr>
            <p:ph type="sldNum" sz="quarter" idx="11"/>
          </p:nvPr>
        </p:nvSpPr>
        <p:spPr>
          <a:xfrm>
            <a:off x="8687867" y="6501159"/>
            <a:ext cx="400378" cy="297651"/>
          </a:xfrm>
          <a:ln/>
        </p:spPr>
        <p:txBody>
          <a:bodyPr/>
          <a:lstStyle>
            <a:lvl1pPr>
              <a:defRPr/>
            </a:lvl1pPr>
          </a:lstStyle>
          <a:p>
            <a:fld id="{C3C6B64C-99D0-4F7C-9AFC-0CEAE1C66E9C}" type="slidenum">
              <a:rPr lang="en-US" smtClean="0"/>
              <a:pPr/>
              <a:t>‹#›</a:t>
            </a:fld>
            <a:endParaRPr lang="en-US"/>
          </a:p>
        </p:txBody>
      </p:sp>
      <p:sp>
        <p:nvSpPr>
          <p:cNvPr id="6" name="Footer Placeholder 4"/>
          <p:cNvSpPr>
            <a:spLocks noGrp="1"/>
          </p:cNvSpPr>
          <p:nvPr>
            <p:ph type="ftr" sz="quarter" idx="3"/>
          </p:nvPr>
        </p:nvSpPr>
        <p:spPr>
          <a:xfrm>
            <a:off x="2543240" y="6657945"/>
            <a:ext cx="4057521" cy="200055"/>
          </a:xfrm>
          <a:prstGeom prst="rect">
            <a:avLst/>
          </a:prstGeom>
        </p:spPr>
        <p:txBody>
          <a:bodyPr wrap="square" anchor="b" anchorCtr="0">
            <a:spAutoFit/>
          </a:bodyPr>
          <a:lstStyle>
            <a:lvl1pPr algn="ctr">
              <a:defRPr sz="700" baseline="0">
                <a:solidFill>
                  <a:srgbClr val="FF0000"/>
                </a:solidFill>
                <a:latin typeface="Arial Narrow" pitchFamily="34" charset="0"/>
              </a:defRPr>
            </a:lvl1pPr>
          </a:lstStyle>
          <a:p>
            <a:endParaRPr lang="en-US"/>
          </a:p>
        </p:txBody>
      </p:sp>
      <p:pic>
        <p:nvPicPr>
          <p:cNvPr id="7" name="Picture 6" descr="HIP Logo - No White Space-small.PNG"/>
          <p:cNvPicPr>
            <a:picLocks noChangeAspect="1"/>
          </p:cNvPicPr>
          <p:nvPr userDrawn="1"/>
        </p:nvPicPr>
        <p:blipFill>
          <a:blip r:embed="rId2" cstate="print"/>
          <a:stretch>
            <a:fillRect/>
          </a:stretch>
        </p:blipFill>
        <p:spPr>
          <a:xfrm>
            <a:off x="33453" y="5984721"/>
            <a:ext cx="1524000" cy="82867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73152"/>
            <a:ext cx="6705600" cy="8382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04800" y="1402289"/>
            <a:ext cx="4038600" cy="4525963"/>
          </a:xfrm>
        </p:spPr>
        <p:txBody>
          <a:bodyPr/>
          <a:lstStyle>
            <a:lvl1pPr>
              <a:spcBef>
                <a:spcPts val="2400"/>
              </a:spcBef>
              <a:defRPr sz="2000"/>
            </a:lvl1pPr>
            <a:lvl2pPr>
              <a:spcBef>
                <a:spcPts val="600"/>
              </a:spcBef>
              <a:defRPr sz="1600"/>
            </a:lvl2pPr>
            <a:lvl3pPr>
              <a:spcBef>
                <a:spcPts val="600"/>
              </a:spcBef>
              <a:defRPr sz="1600"/>
            </a:lvl3pPr>
            <a:lvl4pPr>
              <a:spcBef>
                <a:spcPts val="600"/>
              </a:spcBef>
              <a:defRPr sz="1600"/>
            </a:lvl4pPr>
            <a:lvl5pPr>
              <a:spcBef>
                <a:spcPts val="600"/>
              </a:spcBef>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0545" y="1402289"/>
            <a:ext cx="4038600" cy="4525963"/>
          </a:xfrm>
        </p:spPr>
        <p:txBody>
          <a:bodyPr/>
          <a:lstStyle>
            <a:lvl1pPr>
              <a:spcBef>
                <a:spcPts val="2400"/>
              </a:spcBef>
              <a:defRPr sz="2000"/>
            </a:lvl1pPr>
            <a:lvl2pPr>
              <a:spcBef>
                <a:spcPts val="600"/>
              </a:spcBef>
              <a:defRPr sz="1600"/>
            </a:lvl2pPr>
            <a:lvl3pPr>
              <a:spcBef>
                <a:spcPts val="600"/>
              </a:spcBef>
              <a:defRPr sz="1600"/>
            </a:lvl3pPr>
            <a:lvl4pPr>
              <a:spcBef>
                <a:spcPts val="600"/>
              </a:spcBef>
              <a:defRPr sz="1600"/>
            </a:lvl4pPr>
            <a:lvl5pPr>
              <a:spcBef>
                <a:spcPts val="600"/>
              </a:spcBef>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a:spLocks noGrp="1" noChangeArrowheads="1"/>
          </p:cNvSpPr>
          <p:nvPr>
            <p:ph type="dt" sz="half" idx="10"/>
          </p:nvPr>
        </p:nvSpPr>
        <p:spPr>
          <a:xfrm>
            <a:off x="6629400" y="6705600"/>
            <a:ext cx="1828800" cy="152400"/>
          </a:xfrm>
          <a:ln/>
        </p:spPr>
        <p:txBody>
          <a:bodyPr/>
          <a:lstStyle>
            <a:lvl1pPr algn="r">
              <a:defRPr/>
            </a:lvl1pPr>
          </a:lstStyle>
          <a:p>
            <a:fld id="{42487D72-B4C4-4277-9737-339CE88FB566}" type="datetimeFigureOut">
              <a:rPr lang="en-US" smtClean="0"/>
              <a:pPr/>
              <a:t>6/4/2020</a:t>
            </a:fld>
            <a:endParaRPr lang="en-US"/>
          </a:p>
        </p:txBody>
      </p:sp>
      <p:sp>
        <p:nvSpPr>
          <p:cNvPr id="6" name="Rectangle 89"/>
          <p:cNvSpPr>
            <a:spLocks noGrp="1" noChangeArrowheads="1"/>
          </p:cNvSpPr>
          <p:nvPr>
            <p:ph type="sldNum" sz="quarter" idx="11"/>
          </p:nvPr>
        </p:nvSpPr>
        <p:spPr>
          <a:xfrm>
            <a:off x="8743622" y="6560349"/>
            <a:ext cx="400378" cy="297651"/>
          </a:xfrm>
          <a:ln/>
        </p:spPr>
        <p:txBody>
          <a:bodyPr/>
          <a:lstStyle>
            <a:lvl1pPr>
              <a:defRPr/>
            </a:lvl1pPr>
          </a:lstStyle>
          <a:p>
            <a:fld id="{C3C6B64C-99D0-4F7C-9AFC-0CEAE1C66E9C}" type="slidenum">
              <a:rPr lang="en-US" smtClean="0"/>
              <a:pPr/>
              <a:t>‹#›</a:t>
            </a:fld>
            <a:endParaRPr lang="en-US"/>
          </a:p>
        </p:txBody>
      </p:sp>
      <p:sp>
        <p:nvSpPr>
          <p:cNvPr id="7" name="Footer Placeholder 4"/>
          <p:cNvSpPr>
            <a:spLocks noGrp="1"/>
          </p:cNvSpPr>
          <p:nvPr>
            <p:ph type="ftr" sz="quarter" idx="3"/>
          </p:nvPr>
        </p:nvSpPr>
        <p:spPr>
          <a:xfrm>
            <a:off x="2543240" y="6657945"/>
            <a:ext cx="4057521" cy="200055"/>
          </a:xfrm>
          <a:prstGeom prst="rect">
            <a:avLst/>
          </a:prstGeom>
        </p:spPr>
        <p:txBody>
          <a:bodyPr wrap="square" anchor="b" anchorCtr="0">
            <a:spAutoFit/>
          </a:bodyPr>
          <a:lstStyle>
            <a:lvl1pPr algn="ctr">
              <a:defRPr sz="700" baseline="0">
                <a:solidFill>
                  <a:srgbClr val="FF0000"/>
                </a:solidFill>
                <a:latin typeface="Arial Narrow" pitchFamily="34" charset="0"/>
              </a:defRPr>
            </a:lvl1pPr>
          </a:lstStyle>
          <a:p>
            <a:endParaRPr lang="en-US"/>
          </a:p>
        </p:txBody>
      </p:sp>
      <p:pic>
        <p:nvPicPr>
          <p:cNvPr id="9" name="Picture 8" descr="HIP Logo - No White Space-small.PNG"/>
          <p:cNvPicPr>
            <a:picLocks noChangeAspect="1"/>
          </p:cNvPicPr>
          <p:nvPr userDrawn="1"/>
        </p:nvPicPr>
        <p:blipFill>
          <a:blip r:embed="rId2" cstate="print"/>
          <a:stretch>
            <a:fillRect/>
          </a:stretch>
        </p:blipFill>
        <p:spPr>
          <a:xfrm>
            <a:off x="33453" y="5984721"/>
            <a:ext cx="1524000" cy="8286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End Slide">
    <p:spTree>
      <p:nvGrpSpPr>
        <p:cNvPr id="1" name=""/>
        <p:cNvGrpSpPr/>
        <p:nvPr/>
      </p:nvGrpSpPr>
      <p:grpSpPr>
        <a:xfrm>
          <a:off x="0" y="0"/>
          <a:ext cx="0" cy="0"/>
          <a:chOff x="0" y="0"/>
          <a:chExt cx="0" cy="0"/>
        </a:xfrm>
      </p:grpSpPr>
      <p:sp>
        <p:nvSpPr>
          <p:cNvPr id="4" name="Footer Placeholder 4"/>
          <p:cNvSpPr>
            <a:spLocks noGrp="1"/>
          </p:cNvSpPr>
          <p:nvPr>
            <p:ph type="ftr" sz="quarter" idx="3"/>
          </p:nvPr>
        </p:nvSpPr>
        <p:spPr>
          <a:xfrm>
            <a:off x="2543240" y="6657945"/>
            <a:ext cx="4057521" cy="200055"/>
          </a:xfrm>
          <a:prstGeom prst="rect">
            <a:avLst/>
          </a:prstGeom>
        </p:spPr>
        <p:txBody>
          <a:bodyPr wrap="square" anchor="b" anchorCtr="0">
            <a:spAutoFit/>
          </a:bodyPr>
          <a:lstStyle>
            <a:lvl1pPr algn="ctr">
              <a:defRPr sz="700" baseline="0">
                <a:solidFill>
                  <a:srgbClr val="FF0000"/>
                </a:solidFill>
                <a:latin typeface="Arial Narrow" pitchFamily="34" charset="0"/>
              </a:defRPr>
            </a:lvl1pPr>
          </a:lstStyle>
          <a:p>
            <a:endParaRPr lang="en-US"/>
          </a:p>
        </p:txBody>
      </p:sp>
      <p:pic>
        <p:nvPicPr>
          <p:cNvPr id="5" name="Picture 4" descr="noc_blue_AI-01.png"/>
          <p:cNvPicPr>
            <a:picLocks noChangeAspect="1"/>
          </p:cNvPicPr>
          <p:nvPr/>
        </p:nvPicPr>
        <p:blipFill>
          <a:blip r:embed="rId2" cstate="print"/>
          <a:stretch>
            <a:fillRect/>
          </a:stretch>
        </p:blipFill>
        <p:spPr>
          <a:xfrm>
            <a:off x="774452" y="2369821"/>
            <a:ext cx="7595096" cy="211835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Slide">
    <p:spTree>
      <p:nvGrpSpPr>
        <p:cNvPr id="1" name=""/>
        <p:cNvGrpSpPr/>
        <p:nvPr/>
      </p:nvGrpSpPr>
      <p:grpSpPr>
        <a:xfrm>
          <a:off x="0" y="0"/>
          <a:ext cx="0" cy="0"/>
          <a:chOff x="0" y="0"/>
          <a:chExt cx="0" cy="0"/>
        </a:xfrm>
      </p:grpSpPr>
      <p:pic>
        <p:nvPicPr>
          <p:cNvPr id="2" name="Picture 1" descr="HIP Logo - No White Space-small.PNG"/>
          <p:cNvPicPr>
            <a:picLocks noChangeAspect="1"/>
          </p:cNvPicPr>
          <p:nvPr userDrawn="1"/>
        </p:nvPicPr>
        <p:blipFill>
          <a:blip r:embed="rId2" cstate="print"/>
          <a:stretch>
            <a:fillRect/>
          </a:stretch>
        </p:blipFill>
        <p:spPr>
          <a:xfrm>
            <a:off x="33453" y="5984721"/>
            <a:ext cx="1524000" cy="82867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781800" y="6705600"/>
            <a:ext cx="1828800" cy="152400"/>
          </a:xfrm>
        </p:spPr>
        <p:txBody>
          <a:bodyPr/>
          <a:lstStyle>
            <a:lvl1pPr algn="r">
              <a:defRPr/>
            </a:lvl1pPr>
          </a:lstStyle>
          <a:p>
            <a:fld id="{42487D72-B4C4-4277-9737-339CE88FB566}" type="datetimeFigureOut">
              <a:rPr lang="en-US" smtClean="0"/>
              <a:pPr/>
              <a:t>6/4/2020</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99808" y="6526896"/>
            <a:ext cx="400378" cy="297651"/>
          </a:xfrm>
        </p:spPr>
        <p:txBody>
          <a:bodyPr/>
          <a:lstStyle/>
          <a:p>
            <a:fld id="{C3C6B64C-99D0-4F7C-9AFC-0CEAE1C66E9C}" type="slidenum">
              <a:rPr lang="en-US" smtClean="0"/>
              <a:pPr/>
              <a:t>‹#›</a:t>
            </a:fld>
            <a:endParaRPr lang="en-US"/>
          </a:p>
        </p:txBody>
      </p:sp>
      <p:pic>
        <p:nvPicPr>
          <p:cNvPr id="8" name="Picture 7" descr="HIP Logo - No White Space-small.PNG"/>
          <p:cNvPicPr>
            <a:picLocks noChangeAspect="1"/>
          </p:cNvPicPr>
          <p:nvPr userDrawn="1"/>
        </p:nvPicPr>
        <p:blipFill>
          <a:blip r:embed="rId2" cstate="print"/>
          <a:stretch>
            <a:fillRect/>
          </a:stretch>
        </p:blipFill>
        <p:spPr>
          <a:xfrm>
            <a:off x="33453" y="5984721"/>
            <a:ext cx="1524000" cy="8286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8600" y="167640"/>
            <a:ext cx="67056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304800" y="1402080"/>
            <a:ext cx="8389034" cy="45243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8" name="Rectangle 4"/>
          <p:cNvSpPr>
            <a:spLocks noGrp="1" noChangeArrowheads="1"/>
          </p:cNvSpPr>
          <p:nvPr>
            <p:ph type="dt" sz="half" idx="2"/>
          </p:nvPr>
        </p:nvSpPr>
        <p:spPr bwMode="auto">
          <a:xfrm>
            <a:off x="6781800" y="6705600"/>
            <a:ext cx="1828800" cy="152400"/>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800" smtClean="0">
                <a:latin typeface="Arial Narrow" pitchFamily="34" charset="0"/>
              </a:defRPr>
            </a:lvl1pPr>
          </a:lstStyle>
          <a:p>
            <a:fld id="{42487D72-B4C4-4277-9737-339CE88FB566}" type="datetimeFigureOut">
              <a:rPr lang="en-US" smtClean="0"/>
              <a:pPr/>
              <a:t>6/4/2020</a:t>
            </a:fld>
            <a:endParaRPr lang="en-US"/>
          </a:p>
        </p:txBody>
      </p:sp>
      <p:sp>
        <p:nvSpPr>
          <p:cNvPr id="1113" name="Rectangle 89"/>
          <p:cNvSpPr>
            <a:spLocks noGrp="1" noChangeArrowheads="1"/>
          </p:cNvSpPr>
          <p:nvPr>
            <p:ph type="sldNum" sz="quarter" idx="4"/>
          </p:nvPr>
        </p:nvSpPr>
        <p:spPr bwMode="auto">
          <a:xfrm>
            <a:off x="8743622" y="6560349"/>
            <a:ext cx="400378" cy="297651"/>
          </a:xfrm>
          <a:prstGeom prst="rect">
            <a:avLst/>
          </a:prstGeom>
          <a:noFill/>
          <a:ln w="9525">
            <a:noFill/>
            <a:miter lim="800000"/>
            <a:headEnd/>
            <a:tailEnd/>
          </a:ln>
          <a:effectLst/>
        </p:spPr>
        <p:txBody>
          <a:bodyPr vert="horz" wrap="none" lIns="96653" tIns="48326" rIns="96653" bIns="48326" numCol="1" anchor="t" anchorCtr="0" compatLnSpc="1">
            <a:prstTxWarp prst="textNoShape">
              <a:avLst/>
            </a:prstTxWarp>
            <a:spAutoFit/>
          </a:bodyPr>
          <a:lstStyle>
            <a:lvl1pPr algn="ctr">
              <a:defRPr sz="1300">
                <a:solidFill>
                  <a:srgbClr val="000000"/>
                </a:solidFill>
                <a:latin typeface="Arial" charset="0"/>
              </a:defRPr>
            </a:lvl1pPr>
          </a:lstStyle>
          <a:p>
            <a:fld id="{C3C6B64C-99D0-4F7C-9AFC-0CEAE1C66E9C}" type="slidenum">
              <a:rPr lang="en-US" smtClean="0"/>
              <a:pPr/>
              <a:t>‹#›</a:t>
            </a:fld>
            <a:endParaRPr lang="en-US"/>
          </a:p>
        </p:txBody>
      </p:sp>
      <p:cxnSp>
        <p:nvCxnSpPr>
          <p:cNvPr id="12" name="Straight Connector 11"/>
          <p:cNvCxnSpPr/>
          <p:nvPr/>
        </p:nvCxnSpPr>
        <p:spPr>
          <a:xfrm>
            <a:off x="0" y="1026938"/>
            <a:ext cx="9144000" cy="0"/>
          </a:xfrm>
          <a:prstGeom prst="line">
            <a:avLst/>
          </a:prstGeom>
          <a:ln w="47625">
            <a:solidFill>
              <a:srgbClr val="005DAA"/>
            </a:solidFill>
          </a:ln>
        </p:spPr>
        <p:style>
          <a:lnRef idx="1">
            <a:schemeClr val="accent1"/>
          </a:lnRef>
          <a:fillRef idx="0">
            <a:schemeClr val="accent1"/>
          </a:fillRef>
          <a:effectRef idx="0">
            <a:schemeClr val="accent1"/>
          </a:effectRef>
          <a:fontRef idx="minor">
            <a:schemeClr val="tx1"/>
          </a:fontRef>
        </p:style>
      </p:cxnSp>
      <p:pic>
        <p:nvPicPr>
          <p:cNvPr id="9" name="Picture 109" descr="noc_logo blue"/>
          <p:cNvPicPr>
            <a:picLocks noChangeAspect="1" noChangeArrowheads="1"/>
          </p:cNvPicPr>
          <p:nvPr/>
        </p:nvPicPr>
        <p:blipFill>
          <a:blip r:embed="rId9" cstate="screen"/>
          <a:srcRect/>
          <a:stretch>
            <a:fillRect/>
          </a:stretch>
        </p:blipFill>
        <p:spPr bwMode="auto">
          <a:xfrm>
            <a:off x="7146925" y="381000"/>
            <a:ext cx="1768475" cy="307975"/>
          </a:xfrm>
          <a:prstGeom prst="rect">
            <a:avLst/>
          </a:prstGeom>
          <a:noFill/>
          <a:ln w="9525">
            <a:noFill/>
            <a:miter lim="800000"/>
            <a:headEnd/>
            <a:tailEnd/>
          </a:ln>
        </p:spPr>
      </p:pic>
      <p:pic>
        <p:nvPicPr>
          <p:cNvPr id="8" name="Picture 7" descr="HIP Logo - No White Space-small.PNG"/>
          <p:cNvPicPr>
            <a:picLocks noChangeAspect="1"/>
          </p:cNvPicPr>
          <p:nvPr userDrawn="1"/>
        </p:nvPicPr>
        <p:blipFill>
          <a:blip r:embed="rId10" cstate="print"/>
          <a:stretch>
            <a:fillRect/>
          </a:stretch>
        </p:blipFill>
        <p:spPr>
          <a:xfrm>
            <a:off x="33453" y="5984721"/>
            <a:ext cx="1524000" cy="828675"/>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rtl="0" eaLnBrk="1" fontAlgn="base" hangingPunct="1">
        <a:spcBef>
          <a:spcPct val="0"/>
        </a:spcBef>
        <a:spcAft>
          <a:spcPct val="0"/>
        </a:spcAft>
        <a:defRPr sz="2400">
          <a:solidFill>
            <a:schemeClr val="tx1"/>
          </a:solidFill>
          <a:latin typeface="Arial" pitchFamily="34" charset="0"/>
          <a:ea typeface="+mj-ea"/>
          <a:cs typeface="Arial" pitchFamily="34" charset="0"/>
        </a:defRPr>
      </a:lvl1pPr>
      <a:lvl2pPr algn="l" rtl="0" eaLnBrk="1" fontAlgn="base" hangingPunct="1">
        <a:spcBef>
          <a:spcPct val="0"/>
        </a:spcBef>
        <a:spcAft>
          <a:spcPct val="0"/>
        </a:spcAft>
        <a:defRPr sz="2600">
          <a:solidFill>
            <a:schemeClr val="tx1"/>
          </a:solidFill>
          <a:latin typeface="Tahoma" charset="0"/>
          <a:cs typeface="Arial" charset="0"/>
        </a:defRPr>
      </a:lvl2pPr>
      <a:lvl3pPr algn="l" rtl="0" eaLnBrk="1" fontAlgn="base" hangingPunct="1">
        <a:spcBef>
          <a:spcPct val="0"/>
        </a:spcBef>
        <a:spcAft>
          <a:spcPct val="0"/>
        </a:spcAft>
        <a:defRPr sz="2600">
          <a:solidFill>
            <a:schemeClr val="tx1"/>
          </a:solidFill>
          <a:latin typeface="Tahoma" charset="0"/>
          <a:cs typeface="Arial" charset="0"/>
        </a:defRPr>
      </a:lvl3pPr>
      <a:lvl4pPr algn="l" rtl="0" eaLnBrk="1" fontAlgn="base" hangingPunct="1">
        <a:spcBef>
          <a:spcPct val="0"/>
        </a:spcBef>
        <a:spcAft>
          <a:spcPct val="0"/>
        </a:spcAft>
        <a:defRPr sz="2600">
          <a:solidFill>
            <a:schemeClr val="tx1"/>
          </a:solidFill>
          <a:latin typeface="Tahoma" charset="0"/>
          <a:cs typeface="Arial" charset="0"/>
        </a:defRPr>
      </a:lvl4pPr>
      <a:lvl5pPr algn="l" rtl="0" eaLnBrk="1" fontAlgn="base" hangingPunct="1">
        <a:spcBef>
          <a:spcPct val="0"/>
        </a:spcBef>
        <a:spcAft>
          <a:spcPct val="0"/>
        </a:spcAft>
        <a:defRPr sz="2600">
          <a:solidFill>
            <a:schemeClr val="tx1"/>
          </a:solidFill>
          <a:latin typeface="Tahoma" charset="0"/>
          <a:cs typeface="Arial" charset="0"/>
        </a:defRPr>
      </a:lvl5pPr>
      <a:lvl6pPr marL="457200" algn="l" rtl="0" eaLnBrk="1" fontAlgn="base" hangingPunct="1">
        <a:spcBef>
          <a:spcPct val="0"/>
        </a:spcBef>
        <a:spcAft>
          <a:spcPct val="0"/>
        </a:spcAft>
        <a:defRPr sz="2600">
          <a:solidFill>
            <a:schemeClr val="tx1"/>
          </a:solidFill>
          <a:latin typeface="Tahoma" charset="0"/>
          <a:cs typeface="Arial" charset="0"/>
        </a:defRPr>
      </a:lvl6pPr>
      <a:lvl7pPr marL="914400" algn="l" rtl="0" eaLnBrk="1" fontAlgn="base" hangingPunct="1">
        <a:spcBef>
          <a:spcPct val="0"/>
        </a:spcBef>
        <a:spcAft>
          <a:spcPct val="0"/>
        </a:spcAft>
        <a:defRPr sz="2600">
          <a:solidFill>
            <a:schemeClr val="tx1"/>
          </a:solidFill>
          <a:latin typeface="Tahoma" charset="0"/>
          <a:cs typeface="Arial" charset="0"/>
        </a:defRPr>
      </a:lvl7pPr>
      <a:lvl8pPr marL="1371600" algn="l" rtl="0" eaLnBrk="1" fontAlgn="base" hangingPunct="1">
        <a:spcBef>
          <a:spcPct val="0"/>
        </a:spcBef>
        <a:spcAft>
          <a:spcPct val="0"/>
        </a:spcAft>
        <a:defRPr sz="2600">
          <a:solidFill>
            <a:schemeClr val="tx1"/>
          </a:solidFill>
          <a:latin typeface="Tahoma" charset="0"/>
          <a:cs typeface="Arial" charset="0"/>
        </a:defRPr>
      </a:lvl8pPr>
      <a:lvl9pPr marL="1828800" algn="l" rtl="0" eaLnBrk="1" fontAlgn="base" hangingPunct="1">
        <a:spcBef>
          <a:spcPct val="0"/>
        </a:spcBef>
        <a:spcAft>
          <a:spcPct val="0"/>
        </a:spcAft>
        <a:defRPr sz="2600">
          <a:solidFill>
            <a:schemeClr val="tx1"/>
          </a:solidFill>
          <a:latin typeface="Tahoma" charset="0"/>
          <a:cs typeface="Arial" charset="0"/>
        </a:defRPr>
      </a:lvl9pPr>
    </p:titleStyle>
    <p:bodyStyle>
      <a:lvl1pPr marL="230188" indent="-230188" algn="l" rtl="0" eaLnBrk="1" fontAlgn="base" hangingPunct="1">
        <a:spcBef>
          <a:spcPts val="2400"/>
        </a:spcBef>
        <a:spcAft>
          <a:spcPct val="0"/>
        </a:spcAft>
        <a:buChar char="•"/>
        <a:defRPr sz="2000">
          <a:solidFill>
            <a:schemeClr val="tx1"/>
          </a:solidFill>
          <a:latin typeface="Arial" pitchFamily="34" charset="0"/>
          <a:ea typeface="+mn-ea"/>
          <a:cs typeface="Arial" pitchFamily="34" charset="0"/>
        </a:defRPr>
      </a:lvl1pPr>
      <a:lvl2pPr marL="684213" indent="-227013" algn="l" rtl="0" eaLnBrk="1" fontAlgn="base" hangingPunct="1">
        <a:spcBef>
          <a:spcPts val="600"/>
        </a:spcBef>
        <a:spcAft>
          <a:spcPct val="0"/>
        </a:spcAft>
        <a:buChar char="–"/>
        <a:defRPr sz="1600">
          <a:solidFill>
            <a:schemeClr val="tx1"/>
          </a:solidFill>
          <a:latin typeface="Arial" pitchFamily="34" charset="0"/>
          <a:cs typeface="Arial" pitchFamily="34" charset="0"/>
        </a:defRPr>
      </a:lvl2pPr>
      <a:lvl3pPr marL="1087438" indent="-173038" algn="l" rtl="0" eaLnBrk="1" fontAlgn="base" hangingPunct="1">
        <a:spcBef>
          <a:spcPts val="600"/>
        </a:spcBef>
        <a:spcAft>
          <a:spcPct val="0"/>
        </a:spcAft>
        <a:buChar char="•"/>
        <a:defRPr sz="1600">
          <a:solidFill>
            <a:schemeClr val="tx1"/>
          </a:solidFill>
          <a:latin typeface="Arial" pitchFamily="34" charset="0"/>
          <a:cs typeface="Arial" pitchFamily="34" charset="0"/>
        </a:defRPr>
      </a:lvl3pPr>
      <a:lvl4pPr marL="1541463" indent="-169863" algn="l" rtl="0" eaLnBrk="1" fontAlgn="base" hangingPunct="1">
        <a:spcBef>
          <a:spcPts val="600"/>
        </a:spcBef>
        <a:spcAft>
          <a:spcPct val="0"/>
        </a:spcAft>
        <a:buChar char="–"/>
        <a:defRPr sz="1600">
          <a:solidFill>
            <a:schemeClr val="tx1"/>
          </a:solidFill>
          <a:latin typeface="Arial" pitchFamily="34" charset="0"/>
          <a:cs typeface="Arial" pitchFamily="34" charset="0"/>
        </a:defRPr>
      </a:lvl4pPr>
      <a:lvl5pPr marL="2001838" indent="-173038" algn="l" rtl="0" eaLnBrk="1" fontAlgn="base" hangingPunct="1">
        <a:spcBef>
          <a:spcPts val="600"/>
        </a:spcBef>
        <a:spcAft>
          <a:spcPct val="0"/>
        </a:spcAft>
        <a:buChar char="»"/>
        <a:defRPr sz="1600">
          <a:solidFill>
            <a:schemeClr val="tx1"/>
          </a:solidFill>
          <a:latin typeface="Arial" pitchFamily="34" charset="0"/>
          <a:cs typeface="Arial" pitchFamily="34" charset="0"/>
        </a:defRPr>
      </a:lvl5pPr>
      <a:lvl6pPr marL="2514600" indent="-228600" algn="l" rtl="0" eaLnBrk="1" fontAlgn="base" hangingPunct="1">
        <a:spcBef>
          <a:spcPct val="20000"/>
        </a:spcBef>
        <a:spcAft>
          <a:spcPct val="0"/>
        </a:spcAft>
        <a:buChar char="»"/>
        <a:defRPr sz="1700">
          <a:solidFill>
            <a:schemeClr val="tx1"/>
          </a:solidFill>
          <a:latin typeface="+mn-lt"/>
          <a:cs typeface="+mn-cs"/>
        </a:defRPr>
      </a:lvl6pPr>
      <a:lvl7pPr marL="2971800" indent="-228600" algn="l" rtl="0" eaLnBrk="1" fontAlgn="base" hangingPunct="1">
        <a:spcBef>
          <a:spcPct val="20000"/>
        </a:spcBef>
        <a:spcAft>
          <a:spcPct val="0"/>
        </a:spcAft>
        <a:buChar char="»"/>
        <a:defRPr sz="1700">
          <a:solidFill>
            <a:schemeClr val="tx1"/>
          </a:solidFill>
          <a:latin typeface="+mn-lt"/>
          <a:cs typeface="+mn-cs"/>
        </a:defRPr>
      </a:lvl7pPr>
      <a:lvl8pPr marL="3429000" indent="-228600" algn="l" rtl="0" eaLnBrk="1" fontAlgn="base" hangingPunct="1">
        <a:spcBef>
          <a:spcPct val="20000"/>
        </a:spcBef>
        <a:spcAft>
          <a:spcPct val="0"/>
        </a:spcAft>
        <a:buChar char="»"/>
        <a:defRPr sz="1700">
          <a:solidFill>
            <a:schemeClr val="tx1"/>
          </a:solidFill>
          <a:latin typeface="+mn-lt"/>
          <a:cs typeface="+mn-cs"/>
        </a:defRPr>
      </a:lvl8pPr>
      <a:lvl9pPr marL="3886200" indent="-228600" algn="l" rtl="0" eaLnBrk="1" fontAlgn="base" hangingPunct="1">
        <a:spcBef>
          <a:spcPct val="20000"/>
        </a:spcBef>
        <a:spcAft>
          <a:spcPct val="0"/>
        </a:spcAft>
        <a:buChar char="»"/>
        <a:defRPr sz="17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HIP Project Expo</a:t>
            </a:r>
          </a:p>
        </p:txBody>
      </p:sp>
      <p:sp>
        <p:nvSpPr>
          <p:cNvPr id="5" name="Text Placeholder 4"/>
          <p:cNvSpPr>
            <a:spLocks noGrp="1"/>
          </p:cNvSpPr>
          <p:nvPr>
            <p:ph type="body" sz="quarter" idx="14"/>
          </p:nvPr>
        </p:nvSpPr>
        <p:spPr/>
        <p:txBody>
          <a:bodyPr/>
          <a:lstStyle/>
          <a:p>
            <a:r>
              <a:rPr lang="en-US" dirty="0"/>
              <a:t>June 11, 2014</a:t>
            </a:r>
          </a:p>
        </p:txBody>
      </p:sp>
      <p:sp>
        <p:nvSpPr>
          <p:cNvPr id="6" name="Text Placeholder 5"/>
          <p:cNvSpPr>
            <a:spLocks noGrp="1"/>
          </p:cNvSpPr>
          <p:nvPr>
            <p:ph type="body" sz="quarter" idx="15"/>
          </p:nvPr>
        </p:nvSpPr>
        <p:spPr/>
        <p:txBody>
          <a:bodyPr/>
          <a:lstStyle/>
          <a:p>
            <a:r>
              <a:rPr lang="en-US" dirty="0"/>
              <a:t>HIP Mentee Name</a:t>
            </a:r>
          </a:p>
        </p:txBody>
      </p:sp>
      <p:sp>
        <p:nvSpPr>
          <p:cNvPr id="7" name="Text Placeholder 6"/>
          <p:cNvSpPr>
            <a:spLocks noGrp="1"/>
          </p:cNvSpPr>
          <p:nvPr>
            <p:ph type="body" sz="quarter" idx="16"/>
          </p:nvPr>
        </p:nvSpPr>
        <p:spPr/>
        <p:txBody>
          <a:bodyPr/>
          <a:lstStyle/>
          <a:p>
            <a:r>
              <a:rPr lang="en-US" dirty="0"/>
              <a:t>Group #, Class, High School Name</a:t>
            </a:r>
          </a:p>
        </p:txBody>
      </p:sp>
      <p:sp>
        <p:nvSpPr>
          <p:cNvPr id="8" name="Text Placeholder 7"/>
          <p:cNvSpPr>
            <a:spLocks noGrp="1"/>
          </p:cNvSpPr>
          <p:nvPr>
            <p:ph type="body" sz="quarter" idx="17"/>
          </p:nvPr>
        </p:nvSpPr>
        <p:spPr/>
        <p:txBody>
          <a:bodyPr/>
          <a:lstStyle/>
          <a:p>
            <a:r>
              <a:rPr lang="en-US" dirty="0"/>
              <a:t>Cincinnati Campus</a:t>
            </a:r>
          </a:p>
        </p:txBody>
      </p:sp>
      <p:sp>
        <p:nvSpPr>
          <p:cNvPr id="10" name="Text Placeholder 9"/>
          <p:cNvSpPr>
            <a:spLocks noGrp="1"/>
          </p:cNvSpPr>
          <p:nvPr>
            <p:ph type="body" sz="quarter" idx="2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
          <p:cNvSpPr txBox="1">
            <a:spLocks noChangeArrowheads="1"/>
          </p:cNvSpPr>
          <p:nvPr/>
        </p:nvSpPr>
        <p:spPr bwMode="auto">
          <a:xfrm>
            <a:off x="4572000" y="1236453"/>
            <a:ext cx="3962400" cy="400110"/>
          </a:xfrm>
          <a:prstGeom prst="rect">
            <a:avLst/>
          </a:prstGeom>
          <a:noFill/>
          <a:ln w="12700">
            <a:noFill/>
            <a:miter lim="800000"/>
            <a:headEnd type="none" w="sm" len="sm"/>
            <a:tailEnd type="none" w="sm" len="sm"/>
          </a:ln>
          <a:effectLst/>
        </p:spPr>
        <p:txBody>
          <a:bodyPr anchor="t">
            <a:spAutoFit/>
          </a:bodyPr>
          <a:lstStyle/>
          <a:p>
            <a:endParaRPr lang="en-US" sz="2000" dirty="0">
              <a:ea typeface="+mn-lt"/>
              <a:cs typeface="+mn-lt"/>
            </a:endParaRPr>
          </a:p>
        </p:txBody>
      </p:sp>
      <p:sp>
        <p:nvSpPr>
          <p:cNvPr id="12" name="TextBox 11"/>
          <p:cNvSpPr txBox="1"/>
          <p:nvPr/>
        </p:nvSpPr>
        <p:spPr>
          <a:xfrm>
            <a:off x="6356684" y="5019842"/>
            <a:ext cx="2438400" cy="830997"/>
          </a:xfrm>
          <a:prstGeom prst="rect">
            <a:avLst/>
          </a:prstGeom>
          <a:noFill/>
        </p:spPr>
        <p:txBody>
          <a:bodyPr wrap="square" rtlCol="0" anchor="t">
            <a:spAutoFit/>
          </a:bodyPr>
          <a:lstStyle/>
          <a:p>
            <a:pPr algn="ctr"/>
            <a:r>
              <a:rPr lang="en-US" sz="1600" dirty="0">
                <a:ea typeface="+mn-lt"/>
                <a:cs typeface="+mn-lt"/>
              </a:rPr>
              <a:t>University of Cincinnati</a:t>
            </a:r>
            <a:endParaRPr lang="en-US"/>
          </a:p>
          <a:p>
            <a:pPr algn="ctr"/>
            <a:r>
              <a:rPr lang="en-US" sz="1600" dirty="0">
                <a:ea typeface="+mn-lt"/>
                <a:cs typeface="+mn-lt"/>
              </a:rPr>
              <a:t>Computer Science</a:t>
            </a:r>
            <a:endParaRPr lang="en-US"/>
          </a:p>
          <a:p>
            <a:pPr algn="ctr"/>
            <a:endParaRPr lang="en-US" sz="1600" dirty="0">
              <a:solidFill>
                <a:srgbClr val="FF0000"/>
              </a:solidFill>
              <a:latin typeface="Segoe UI" pitchFamily="34" charset="0"/>
              <a:cs typeface="Segoe UI" pitchFamily="34" charset="0"/>
            </a:endParaRPr>
          </a:p>
        </p:txBody>
      </p:sp>
      <p:pic>
        <p:nvPicPr>
          <p:cNvPr id="2" name="Picture 2">
            <a:extLst>
              <a:ext uri="{FF2B5EF4-FFF2-40B4-BE49-F238E27FC236}">
                <a16:creationId xmlns:a16="http://schemas.microsoft.com/office/drawing/2014/main" id="{AD19DFCF-950B-49D0-B478-739738C1A26A}"/>
              </a:ext>
            </a:extLst>
          </p:cNvPr>
          <p:cNvPicPr>
            <a:picLocks noChangeAspect="1"/>
          </p:cNvPicPr>
          <p:nvPr/>
        </p:nvPicPr>
        <p:blipFill>
          <a:blip r:embed="rId2"/>
          <a:stretch>
            <a:fillRect/>
          </a:stretch>
        </p:blipFill>
        <p:spPr>
          <a:xfrm>
            <a:off x="497457" y="1516811"/>
            <a:ext cx="3922143" cy="2185358"/>
          </a:xfrm>
          <a:prstGeom prst="rect">
            <a:avLst/>
          </a:prstGeom>
        </p:spPr>
      </p:pic>
      <p:sp>
        <p:nvSpPr>
          <p:cNvPr id="4" name="TextBox 3">
            <a:extLst>
              <a:ext uri="{FF2B5EF4-FFF2-40B4-BE49-F238E27FC236}">
                <a16:creationId xmlns:a16="http://schemas.microsoft.com/office/drawing/2014/main" id="{9C24948A-36FA-425D-9C2A-187F10ABD6EB}"/>
              </a:ext>
            </a:extLst>
          </p:cNvPr>
          <p:cNvSpPr txBox="1"/>
          <p:nvPr/>
        </p:nvSpPr>
        <p:spPr>
          <a:xfrm>
            <a:off x="4644189" y="1515979"/>
            <a:ext cx="2743200"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Ethan Link</a:t>
            </a:r>
            <a:br>
              <a:rPr lang="en-US" dirty="0"/>
            </a:br>
            <a:r>
              <a:rPr lang="en-US" sz="1400" i="1" dirty="0"/>
              <a:t>UC 2024</a:t>
            </a:r>
            <a:br>
              <a:rPr lang="en-US" dirty="0"/>
            </a:br>
            <a:br>
              <a:rPr lang="en-US" dirty="0"/>
            </a:br>
            <a:r>
              <a:rPr lang="en-US" dirty="0"/>
              <a:t>Grace </a:t>
            </a:r>
            <a:r>
              <a:rPr lang="en-US" dirty="0" err="1"/>
              <a:t>Gamstetter</a:t>
            </a:r>
            <a:br>
              <a:rPr lang="en-US" dirty="0"/>
            </a:br>
            <a:r>
              <a:rPr lang="en-US" sz="1400" i="1" dirty="0"/>
              <a:t>Cyber Software Engineer</a:t>
            </a:r>
            <a:br>
              <a:rPr lang="en-US" dirty="0"/>
            </a:br>
            <a:br>
              <a:rPr lang="en-US" dirty="0"/>
            </a:br>
            <a:r>
              <a:rPr lang="en-US" dirty="0"/>
              <a:t>Travis Carney</a:t>
            </a:r>
            <a:br>
              <a:rPr lang="en-US" dirty="0"/>
            </a:br>
            <a:r>
              <a:rPr lang="en-US" sz="1400" i="1" dirty="0"/>
              <a:t>Cyber Software Engineer</a:t>
            </a:r>
            <a:br>
              <a:rPr lang="en-US" dirty="0"/>
            </a:br>
            <a:br>
              <a:rPr lang="en-US" dirty="0"/>
            </a:br>
            <a:r>
              <a:rPr lang="en-US" dirty="0"/>
              <a:t>Matt Stephan</a:t>
            </a:r>
            <a:br>
              <a:rPr lang="en-US" dirty="0"/>
            </a:br>
            <a:r>
              <a:rPr lang="en-US" sz="1400" i="1" dirty="0"/>
              <a:t>Cyber Software Engineer</a:t>
            </a:r>
            <a:endParaRPr lang="en-US" sz="1400" i="1" dirty="0">
              <a:ea typeface="Tahoma"/>
            </a:endParaRPr>
          </a:p>
        </p:txBody>
      </p:sp>
      <p:pic>
        <p:nvPicPr>
          <p:cNvPr id="5" name="Picture 5">
            <a:extLst>
              <a:ext uri="{FF2B5EF4-FFF2-40B4-BE49-F238E27FC236}">
                <a16:creationId xmlns:a16="http://schemas.microsoft.com/office/drawing/2014/main" id="{C2475A9C-89CB-40AF-BF42-17BD99460515}"/>
              </a:ext>
            </a:extLst>
          </p:cNvPr>
          <p:cNvPicPr>
            <a:picLocks noChangeAspect="1"/>
          </p:cNvPicPr>
          <p:nvPr/>
        </p:nvPicPr>
        <p:blipFill>
          <a:blip r:embed="rId3"/>
          <a:stretch>
            <a:fillRect/>
          </a:stretch>
        </p:blipFill>
        <p:spPr>
          <a:xfrm>
            <a:off x="4283242" y="4640997"/>
            <a:ext cx="1954464" cy="1706848"/>
          </a:xfrm>
          <a:prstGeom prst="rect">
            <a:avLst/>
          </a:prstGeom>
        </p:spPr>
      </p:pic>
    </p:spTree>
    <p:extLst>
      <p:ext uri="{BB962C8B-B14F-4D97-AF65-F5344CB8AC3E}">
        <p14:creationId xmlns:p14="http://schemas.microsoft.com/office/powerpoint/2010/main" val="151068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28599" y="1371600"/>
            <a:ext cx="6791883" cy="3416320"/>
          </a:xfrm>
          <a:prstGeom prst="rect">
            <a:avLst/>
          </a:prstGeom>
        </p:spPr>
        <p:txBody>
          <a:bodyPr wrap="square" anchor="t">
            <a:spAutoFit/>
          </a:bodyPr>
          <a:lstStyle/>
          <a:p>
            <a:pPr marL="457200" lvl="8" indent="-457200">
              <a:spcAft>
                <a:spcPct val="0"/>
              </a:spcAft>
              <a:buFont typeface="Arial"/>
              <a:buChar char="•"/>
            </a:pPr>
            <a:r>
              <a:rPr lang="en-US" dirty="0">
                <a:latin typeface="Segoe UI"/>
                <a:cs typeface="Segoe UI"/>
              </a:rPr>
              <a:t>The goal of the project was to build a semi-autonomous robot.</a:t>
            </a:r>
          </a:p>
          <a:p>
            <a:pPr marL="457200" lvl="8" indent="-457200">
              <a:spcAft>
                <a:spcPct val="0"/>
              </a:spcAft>
              <a:buFont typeface="Arial"/>
              <a:buChar char="•"/>
            </a:pPr>
            <a:endParaRPr lang="en-US" dirty="0">
              <a:latin typeface="Segoe UI"/>
              <a:cs typeface="Segoe UI"/>
            </a:endParaRPr>
          </a:p>
          <a:p>
            <a:pPr marL="457200" lvl="8" indent="-457200">
              <a:spcAft>
                <a:spcPct val="0"/>
              </a:spcAft>
              <a:buFont typeface="Arial" pitchFamily="34" charset="0"/>
              <a:buChar char="•"/>
            </a:pPr>
            <a:r>
              <a:rPr lang="en-US" dirty="0">
                <a:latin typeface="Segoe UI"/>
                <a:cs typeface="Segoe UI"/>
              </a:rPr>
              <a:t>Wanted to learn more about embedded computer systems and mechanics.</a:t>
            </a:r>
            <a:endParaRPr lang="en-US" sz="1800" dirty="0">
              <a:latin typeface="Segoe UI" pitchFamily="34" charset="0"/>
              <a:cs typeface="Segoe UI" pitchFamily="34" charset="0"/>
            </a:endParaRPr>
          </a:p>
          <a:p>
            <a:pPr marL="457200" lvl="8" indent="-457200">
              <a:spcAft>
                <a:spcPct val="0"/>
              </a:spcAft>
              <a:buFont typeface="Arial" pitchFamily="34" charset="0"/>
              <a:buChar char="•"/>
            </a:pPr>
            <a:endParaRPr lang="en-US" dirty="0">
              <a:latin typeface="Segoe UI"/>
              <a:cs typeface="Segoe UI"/>
            </a:endParaRPr>
          </a:p>
          <a:p>
            <a:pPr marL="457200" lvl="8" indent="-457200">
              <a:spcAft>
                <a:spcPct val="0"/>
              </a:spcAft>
              <a:buFont typeface="Arial" pitchFamily="34" charset="0"/>
              <a:buChar char="•"/>
            </a:pPr>
            <a:r>
              <a:rPr lang="en-US" dirty="0">
                <a:latin typeface="Segoe UI"/>
                <a:cs typeface="Segoe UI"/>
              </a:rPr>
              <a:t>Inspired by Boston Dynamics, the world leader in mobile robots.</a:t>
            </a:r>
            <a:endParaRPr lang="en-US" dirty="0">
              <a:latin typeface="Segoe UI" pitchFamily="34" charset="0"/>
              <a:cs typeface="Segoe UI" pitchFamily="34" charset="0"/>
            </a:endParaRPr>
          </a:p>
          <a:p>
            <a:pPr marL="457200" lvl="8" indent="-457200">
              <a:spcAft>
                <a:spcPct val="0"/>
              </a:spcAft>
              <a:buFont typeface="Arial" pitchFamily="34" charset="0"/>
              <a:buChar char="•"/>
            </a:pPr>
            <a:endParaRPr lang="en-US" sz="1800" dirty="0">
              <a:latin typeface="Segoe UI" pitchFamily="34" charset="0"/>
              <a:cs typeface="Segoe UI" pitchFamily="34" charset="0"/>
            </a:endParaRPr>
          </a:p>
          <a:p>
            <a:pPr marL="457200" lvl="8" indent="-457200">
              <a:lnSpc>
                <a:spcPct val="100000"/>
              </a:lnSpc>
              <a:spcAft>
                <a:spcPct val="0"/>
              </a:spcAft>
              <a:buFont typeface="Arial" pitchFamily="34" charset="0"/>
              <a:buChar char="•"/>
            </a:pPr>
            <a:endParaRPr lang="en-US" sz="1800" dirty="0">
              <a:latin typeface="Segoe UI" pitchFamily="34" charset="0"/>
              <a:cs typeface="Segoe UI" pitchFamily="34" charset="0"/>
            </a:endParaRPr>
          </a:p>
          <a:p>
            <a:pPr marL="457200" lvl="8" indent="-457200">
              <a:lnSpc>
                <a:spcPct val="100000"/>
              </a:lnSpc>
              <a:spcAft>
                <a:spcPct val="0"/>
              </a:spcAft>
              <a:buFont typeface="Arial" pitchFamily="34" charset="0"/>
              <a:buChar char="•"/>
            </a:pPr>
            <a:endParaRPr lang="en-US" sz="1800" dirty="0">
              <a:latin typeface="Segoe UI" pitchFamily="34" charset="0"/>
              <a:cs typeface="Segoe UI" pitchFamily="34" charset="0"/>
            </a:endParaRPr>
          </a:p>
          <a:p>
            <a:pPr marL="0" lvl="8">
              <a:spcAft>
                <a:spcPct val="0"/>
              </a:spcAft>
            </a:pPr>
            <a:endParaRPr lang="en-US" dirty="0">
              <a:latin typeface="Segoe UI" pitchFamily="34" charset="0"/>
              <a:cs typeface="Segoe UI" pitchFamily="34" charset="0"/>
            </a:endParaRPr>
          </a:p>
        </p:txBody>
      </p:sp>
      <p:sp>
        <p:nvSpPr>
          <p:cNvPr id="10" name="Rectangle 9"/>
          <p:cNvSpPr/>
          <p:nvPr/>
        </p:nvSpPr>
        <p:spPr>
          <a:xfrm>
            <a:off x="152400" y="228600"/>
            <a:ext cx="8077200" cy="684803"/>
          </a:xfrm>
          <a:prstGeom prst="rect">
            <a:avLst/>
          </a:prstGeom>
        </p:spPr>
        <p:txBody>
          <a:bodyPr wrap="square">
            <a:spAutoFit/>
          </a:bodyPr>
          <a:lstStyle/>
          <a:p>
            <a:r>
              <a:rPr lang="en-US" sz="2800" b="1" kern="0" dirty="0">
                <a:solidFill>
                  <a:srgbClr val="0000FF"/>
                </a:solidFill>
                <a:latin typeface="Segoe UI" pitchFamily="34" charset="0"/>
                <a:ea typeface="+mj-ea"/>
                <a:cs typeface="Segoe UI" pitchFamily="34" charset="0"/>
              </a:rPr>
              <a:t>Project Description / Background </a:t>
            </a:r>
            <a:br>
              <a:rPr lang="en-US" sz="2800" b="1" kern="0" dirty="0">
                <a:solidFill>
                  <a:srgbClr val="0000FF"/>
                </a:solidFill>
                <a:latin typeface="Segoe UI" pitchFamily="34" charset="0"/>
                <a:ea typeface="+mj-ea"/>
                <a:cs typeface="Segoe UI" pitchFamily="34" charset="0"/>
              </a:rPr>
            </a:br>
            <a:endParaRPr lang="en-US" sz="1050" dirty="0">
              <a:solidFill>
                <a:srgbClr val="0000FF"/>
              </a:solidFill>
              <a:latin typeface="Segoe UI" pitchFamily="34" charset="0"/>
              <a:cs typeface="Segoe UI" pitchFamily="34" charset="0"/>
            </a:endParaRPr>
          </a:p>
        </p:txBody>
      </p:sp>
      <p:pic>
        <p:nvPicPr>
          <p:cNvPr id="2" name="Picture 2" descr="A picture containing outdoor, yellow, building, black&#10;&#10;Description generated with very high confidence">
            <a:extLst>
              <a:ext uri="{FF2B5EF4-FFF2-40B4-BE49-F238E27FC236}">
                <a16:creationId xmlns:a16="http://schemas.microsoft.com/office/drawing/2014/main" id="{01104E46-67E3-4771-A8CE-8A454937A28C}"/>
              </a:ext>
            </a:extLst>
          </p:cNvPr>
          <p:cNvPicPr>
            <a:picLocks noChangeAspect="1"/>
          </p:cNvPicPr>
          <p:nvPr/>
        </p:nvPicPr>
        <p:blipFill>
          <a:blip r:embed="rId2"/>
          <a:stretch>
            <a:fillRect/>
          </a:stretch>
        </p:blipFill>
        <p:spPr>
          <a:xfrm>
            <a:off x="7016129" y="1369881"/>
            <a:ext cx="1892396" cy="1892396"/>
          </a:xfrm>
          <a:prstGeom prst="rect">
            <a:avLst/>
          </a:prstGeom>
        </p:spPr>
      </p:pic>
      <p:sp>
        <p:nvSpPr>
          <p:cNvPr id="4" name="TextBox 3">
            <a:extLst>
              <a:ext uri="{FF2B5EF4-FFF2-40B4-BE49-F238E27FC236}">
                <a16:creationId xmlns:a16="http://schemas.microsoft.com/office/drawing/2014/main" id="{04AE7BF0-D59C-413B-ACBB-004154AD229E}"/>
              </a:ext>
            </a:extLst>
          </p:cNvPr>
          <p:cNvSpPr txBox="1"/>
          <p:nvPr/>
        </p:nvSpPr>
        <p:spPr>
          <a:xfrm>
            <a:off x="6973158" y="3226181"/>
            <a:ext cx="2743200"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latin typeface="Arial"/>
                <a:cs typeface="Arial"/>
              </a:rPr>
              <a:t>Inspiration for Robot</a:t>
            </a:r>
            <a:endParaRPr lang="en-US" sz="1050" dirty="0">
              <a:latin typeface="Arial" pitchFamily="34" charset="0"/>
              <a:cs typeface="Arial" pitchFamily="34" charset="0"/>
            </a:endParaRPr>
          </a:p>
        </p:txBody>
      </p:sp>
    </p:spTree>
    <p:extLst>
      <p:ext uri="{BB962C8B-B14F-4D97-AF65-F5344CB8AC3E}">
        <p14:creationId xmlns:p14="http://schemas.microsoft.com/office/powerpoint/2010/main" val="3561637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z="2800" b="1" dirty="0">
                <a:solidFill>
                  <a:srgbClr val="0000FF"/>
                </a:solidFill>
                <a:latin typeface="Segoe UI" pitchFamily="34" charset="0"/>
                <a:cs typeface="Segoe UI" pitchFamily="34" charset="0"/>
              </a:rPr>
              <a:t>Approach / Process</a:t>
            </a:r>
            <a:endParaRPr lang="en-US" sz="2800" dirty="0"/>
          </a:p>
        </p:txBody>
      </p:sp>
      <p:sp>
        <p:nvSpPr>
          <p:cNvPr id="3" name="Content Placeholder 2"/>
          <p:cNvSpPr>
            <a:spLocks noGrp="1"/>
          </p:cNvSpPr>
          <p:nvPr>
            <p:ph idx="1"/>
          </p:nvPr>
        </p:nvSpPr>
        <p:spPr/>
        <p:txBody>
          <a:bodyPr>
            <a:normAutofit/>
          </a:bodyPr>
          <a:lstStyle/>
          <a:p>
            <a:pPr marL="457200" indent="-457200">
              <a:spcBef>
                <a:spcPts val="0"/>
              </a:spcBef>
              <a:buFont typeface="Arial" pitchFamily="34" charset="0"/>
              <a:buChar char="•"/>
            </a:pPr>
            <a:r>
              <a:rPr lang="en-US" sz="1900" dirty="0">
                <a:latin typeface="Segoe UI"/>
                <a:cs typeface="Segoe UI"/>
              </a:rPr>
              <a:t>Developed Theoretical Models, and requirements list for the robot</a:t>
            </a:r>
          </a:p>
          <a:p>
            <a:pPr marL="457200" indent="-457200">
              <a:spcBef>
                <a:spcPts val="0"/>
              </a:spcBef>
              <a:buFont typeface="Arial" pitchFamily="34" charset="0"/>
              <a:buChar char="•"/>
            </a:pPr>
            <a:endParaRPr lang="en-US" sz="1900" dirty="0">
              <a:latin typeface="Segoe UI"/>
              <a:cs typeface="Segoe UI"/>
            </a:endParaRPr>
          </a:p>
          <a:p>
            <a:pPr marL="457200" indent="-457200">
              <a:spcBef>
                <a:spcPts val="0"/>
              </a:spcBef>
              <a:buFont typeface="Arial" pitchFamily="34" charset="0"/>
              <a:buChar char="•"/>
            </a:pPr>
            <a:r>
              <a:rPr lang="en-US" sz="1900" dirty="0">
                <a:latin typeface="Segoe UI"/>
                <a:cs typeface="Segoe UI"/>
              </a:rPr>
              <a:t>Priced parts and developed CAD models</a:t>
            </a:r>
            <a:endParaRPr lang="en-US" sz="1900" dirty="0">
              <a:latin typeface="Segoe UI" pitchFamily="34" charset="0"/>
              <a:cs typeface="Segoe UI" pitchFamily="34" charset="0"/>
            </a:endParaRPr>
          </a:p>
          <a:p>
            <a:pPr marL="457200" indent="-457200">
              <a:spcBef>
                <a:spcPts val="0"/>
              </a:spcBef>
              <a:buFont typeface="Arial" pitchFamily="34" charset="0"/>
              <a:buChar char="•"/>
            </a:pPr>
            <a:endParaRPr lang="en-US" sz="1900" dirty="0">
              <a:latin typeface="Segoe UI"/>
              <a:cs typeface="Segoe UI"/>
            </a:endParaRPr>
          </a:p>
          <a:p>
            <a:pPr marL="457200" indent="-457200">
              <a:spcBef>
                <a:spcPts val="0"/>
              </a:spcBef>
              <a:buFont typeface="Arial" pitchFamily="34" charset="0"/>
              <a:buChar char="•"/>
            </a:pPr>
            <a:r>
              <a:rPr lang="en-US" sz="1900" dirty="0">
                <a:latin typeface="Segoe UI"/>
                <a:cs typeface="Segoe UI"/>
              </a:rPr>
              <a:t>Developed Software to allow for control of each of the leg designs</a:t>
            </a:r>
            <a:endParaRPr lang="en-US" sz="1900" dirty="0">
              <a:latin typeface="Segoe UI" pitchFamily="34" charset="0"/>
              <a:cs typeface="Segoe UI" pitchFamily="34" charset="0"/>
            </a:endParaRPr>
          </a:p>
          <a:p>
            <a:pPr marL="457200" indent="-457200">
              <a:spcBef>
                <a:spcPts val="0"/>
              </a:spcBef>
              <a:buFont typeface="Arial" pitchFamily="34" charset="0"/>
              <a:buChar char="•"/>
            </a:pPr>
            <a:endParaRPr lang="en-US" sz="1900" dirty="0">
              <a:latin typeface="Segoe UI"/>
              <a:cs typeface="Segoe UI"/>
            </a:endParaRPr>
          </a:p>
          <a:p>
            <a:pPr marL="457200" indent="-457200">
              <a:spcBef>
                <a:spcPts val="0"/>
              </a:spcBef>
              <a:buFont typeface="Arial" pitchFamily="34" charset="0"/>
              <a:buChar char="•"/>
            </a:pPr>
            <a:r>
              <a:rPr lang="en-US" sz="1900" dirty="0">
                <a:latin typeface="Segoe UI"/>
                <a:cs typeface="Segoe UI"/>
              </a:rPr>
              <a:t>Created Electrical Schematic to prototype electrical design for the robot</a:t>
            </a:r>
            <a:endParaRPr lang="en-US" sz="1900">
              <a:latin typeface="Segoe UI" pitchFamily="34" charset="0"/>
              <a:cs typeface="Segoe UI" pitchFamily="34" charset="0"/>
            </a:endParaRPr>
          </a:p>
          <a:p>
            <a:pPr marL="457200" indent="-457200">
              <a:spcBef>
                <a:spcPts val="0"/>
              </a:spcBef>
              <a:buFont typeface="Arial" pitchFamily="34" charset="0"/>
              <a:buChar char="•"/>
            </a:pPr>
            <a:endParaRPr lang="en-US" sz="1900" dirty="0">
              <a:latin typeface="Segoe UI"/>
              <a:cs typeface="Segoe UI"/>
            </a:endParaRPr>
          </a:p>
          <a:p>
            <a:pPr marL="457200" indent="-457200">
              <a:spcBef>
                <a:spcPts val="0"/>
              </a:spcBef>
              <a:buFont typeface="Arial" pitchFamily="34" charset="0"/>
              <a:buChar char="•"/>
            </a:pPr>
            <a:r>
              <a:rPr lang="en-US" sz="1900" dirty="0">
                <a:latin typeface="Segoe UI"/>
                <a:cs typeface="Segoe UI"/>
              </a:rPr>
              <a:t>Used CAD models to design mechanical system.</a:t>
            </a:r>
            <a:endParaRPr lang="en-US" sz="1900" dirty="0">
              <a:latin typeface="Segoe UI" pitchFamily="34" charset="0"/>
              <a:cs typeface="Segoe UI" pitchFamily="34" charset="0"/>
            </a:endParaRPr>
          </a:p>
          <a:p>
            <a:pPr marL="457200" indent="-457200">
              <a:spcBef>
                <a:spcPts val="0"/>
              </a:spcBef>
              <a:buFont typeface="Arial" pitchFamily="34" charset="0"/>
              <a:buChar char="•"/>
            </a:pPr>
            <a:endParaRPr lang="en-US" sz="1900" dirty="0">
              <a:solidFill>
                <a:srgbClr val="000000"/>
              </a:solidFill>
              <a:latin typeface="Segoe UI"/>
              <a:cs typeface="Segoe UI"/>
            </a:endParaRPr>
          </a:p>
          <a:p>
            <a:pPr marL="229870" indent="-229870"/>
            <a:endParaRPr lang="en-US" dirty="0"/>
          </a:p>
        </p:txBody>
      </p:sp>
      <p:sp>
        <p:nvSpPr>
          <p:cNvPr id="5" name="Rectangle 4"/>
          <p:cNvSpPr>
            <a:spLocks noChangeArrowheads="1"/>
          </p:cNvSpPr>
          <p:nvPr/>
        </p:nvSpPr>
        <p:spPr bwMode="auto">
          <a:xfrm>
            <a:off x="2286000" y="5943600"/>
            <a:ext cx="1143000" cy="609600"/>
          </a:xfrm>
          <a:prstGeom prst="rect">
            <a:avLst/>
          </a:prstGeom>
          <a:solidFill>
            <a:srgbClr val="CCECFF"/>
          </a:solidFill>
          <a:ln w="9525">
            <a:solidFill>
              <a:schemeClr val="tx1"/>
            </a:solidFill>
            <a:miter lim="800000"/>
            <a:headEnd/>
            <a:tailEnd/>
          </a:ln>
          <a:effectLst>
            <a:glow rad="63500">
              <a:schemeClr val="accent1">
                <a:satMod val="175000"/>
                <a:alpha val="40000"/>
              </a:schemeClr>
            </a:glow>
          </a:effectLst>
          <a:scene3d>
            <a:camera prst="obliqueTopRight"/>
            <a:lightRig rig="threePt" dir="t"/>
          </a:scene3d>
        </p:spPr>
        <p:txBody>
          <a:bodyPr wrap="none"/>
          <a:lstStyle/>
          <a:p>
            <a:pPr algn="ctr"/>
            <a:r>
              <a:rPr lang="en-US" sz="1000" dirty="0"/>
              <a:t>Requirements</a:t>
            </a:r>
          </a:p>
        </p:txBody>
      </p:sp>
      <p:sp>
        <p:nvSpPr>
          <p:cNvPr id="6" name="Rectangle 28"/>
          <p:cNvSpPr>
            <a:spLocks noChangeArrowheads="1"/>
          </p:cNvSpPr>
          <p:nvPr/>
        </p:nvSpPr>
        <p:spPr bwMode="auto">
          <a:xfrm>
            <a:off x="3657600" y="5944006"/>
            <a:ext cx="1143000" cy="609600"/>
          </a:xfrm>
          <a:prstGeom prst="rect">
            <a:avLst/>
          </a:prstGeom>
          <a:solidFill>
            <a:srgbClr val="CCECFF"/>
          </a:solidFill>
          <a:ln w="9525">
            <a:solidFill>
              <a:schemeClr val="tx1"/>
            </a:solidFill>
            <a:miter lim="800000"/>
            <a:headEnd/>
            <a:tailEnd/>
          </a:ln>
          <a:effectLst>
            <a:glow rad="63500">
              <a:schemeClr val="accent1">
                <a:satMod val="175000"/>
                <a:alpha val="40000"/>
              </a:schemeClr>
            </a:glow>
          </a:effectLst>
          <a:scene3d>
            <a:camera prst="obliqueTopRight"/>
            <a:lightRig rig="threePt" dir="t"/>
          </a:scene3d>
        </p:spPr>
        <p:txBody>
          <a:bodyPr wrap="none"/>
          <a:lstStyle/>
          <a:p>
            <a:pPr algn="ctr"/>
            <a:r>
              <a:rPr lang="en-US" sz="1000" dirty="0"/>
              <a:t>Detailed</a:t>
            </a:r>
          </a:p>
          <a:p>
            <a:pPr algn="ctr"/>
            <a:r>
              <a:rPr lang="en-US" sz="1000" dirty="0"/>
              <a:t>Design</a:t>
            </a:r>
          </a:p>
        </p:txBody>
      </p:sp>
      <p:sp>
        <p:nvSpPr>
          <p:cNvPr id="7" name="Rectangle 31"/>
          <p:cNvSpPr>
            <a:spLocks noChangeArrowheads="1"/>
          </p:cNvSpPr>
          <p:nvPr/>
        </p:nvSpPr>
        <p:spPr bwMode="auto">
          <a:xfrm>
            <a:off x="5029200" y="5943600"/>
            <a:ext cx="1143000" cy="609600"/>
          </a:xfrm>
          <a:prstGeom prst="rect">
            <a:avLst/>
          </a:prstGeom>
          <a:solidFill>
            <a:srgbClr val="CCECFF"/>
          </a:solidFill>
          <a:ln w="9525">
            <a:solidFill>
              <a:schemeClr val="tx1"/>
            </a:solidFill>
            <a:miter lim="800000"/>
            <a:headEnd/>
            <a:tailEnd/>
          </a:ln>
          <a:effectLst>
            <a:glow rad="63500">
              <a:schemeClr val="accent1">
                <a:satMod val="175000"/>
                <a:alpha val="40000"/>
              </a:schemeClr>
            </a:glow>
          </a:effectLst>
          <a:scene3d>
            <a:camera prst="obliqueTopRight"/>
            <a:lightRig rig="threePt" dir="t"/>
          </a:scene3d>
        </p:spPr>
        <p:txBody>
          <a:bodyPr wrap="none"/>
          <a:lstStyle/>
          <a:p>
            <a:pPr algn="ctr"/>
            <a:r>
              <a:rPr lang="en-US" sz="1000" dirty="0"/>
              <a:t>Fabrication</a:t>
            </a:r>
          </a:p>
          <a:p>
            <a:pPr algn="ctr"/>
            <a:r>
              <a:rPr lang="en-US" sz="1000" dirty="0"/>
              <a:t>&amp;</a:t>
            </a:r>
          </a:p>
          <a:p>
            <a:pPr algn="ctr"/>
            <a:r>
              <a:rPr lang="en-US" sz="1000" dirty="0"/>
              <a:t>Assembly</a:t>
            </a:r>
          </a:p>
        </p:txBody>
      </p:sp>
      <p:cxnSp>
        <p:nvCxnSpPr>
          <p:cNvPr id="9" name="Straight Arrow Connector 8"/>
          <p:cNvCxnSpPr>
            <a:stCxn id="5" idx="3"/>
            <a:endCxn id="6" idx="1"/>
          </p:cNvCxnSpPr>
          <p:nvPr/>
        </p:nvCxnSpPr>
        <p:spPr>
          <a:xfrm>
            <a:off x="3429000" y="6248400"/>
            <a:ext cx="228600" cy="406"/>
          </a:xfrm>
          <a:prstGeom prst="straightConnector1">
            <a:avLst/>
          </a:prstGeom>
          <a:ln w="19050">
            <a:solidFill>
              <a:schemeClr val="tx1"/>
            </a:solidFill>
            <a:headEnd type="none" w="med" len="med"/>
            <a:tailEnd type="triangle" w="med" len="med"/>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3"/>
            <a:endCxn id="7" idx="1"/>
          </p:cNvCxnSpPr>
          <p:nvPr/>
        </p:nvCxnSpPr>
        <p:spPr>
          <a:xfrm flipV="1">
            <a:off x="4800600" y="6248400"/>
            <a:ext cx="228600" cy="406"/>
          </a:xfrm>
          <a:prstGeom prst="straightConnector1">
            <a:avLst/>
          </a:prstGeom>
          <a:ln w="19050">
            <a:solidFill>
              <a:schemeClr val="tx1"/>
            </a:solidFill>
            <a:headEnd type="none" w="med" len="med"/>
            <a:tailEnd type="triangle" w="med" len="med"/>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7" idx="3"/>
            <a:endCxn id="12" idx="1"/>
          </p:cNvCxnSpPr>
          <p:nvPr/>
        </p:nvCxnSpPr>
        <p:spPr>
          <a:xfrm>
            <a:off x="6172200" y="6248400"/>
            <a:ext cx="228600" cy="0"/>
          </a:xfrm>
          <a:prstGeom prst="straightConnector1">
            <a:avLst/>
          </a:prstGeom>
          <a:ln w="19050">
            <a:solidFill>
              <a:schemeClr val="tx1"/>
            </a:solidFill>
            <a:headEnd type="none" w="med" len="med"/>
            <a:tailEnd type="triangle" w="med" len="med"/>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Rectangle 31"/>
          <p:cNvSpPr>
            <a:spLocks noChangeArrowheads="1"/>
          </p:cNvSpPr>
          <p:nvPr/>
        </p:nvSpPr>
        <p:spPr bwMode="auto">
          <a:xfrm>
            <a:off x="6400800" y="5943600"/>
            <a:ext cx="1143000" cy="609600"/>
          </a:xfrm>
          <a:prstGeom prst="rect">
            <a:avLst/>
          </a:prstGeom>
          <a:solidFill>
            <a:srgbClr val="CCECFF"/>
          </a:solidFill>
          <a:ln w="9525">
            <a:solidFill>
              <a:schemeClr val="tx1"/>
            </a:solidFill>
            <a:miter lim="800000"/>
            <a:headEnd/>
            <a:tailEnd/>
          </a:ln>
          <a:effectLst>
            <a:glow rad="63500">
              <a:schemeClr val="accent1">
                <a:satMod val="175000"/>
                <a:alpha val="40000"/>
              </a:schemeClr>
            </a:glow>
          </a:effectLst>
          <a:scene3d>
            <a:camera prst="obliqueTopRight"/>
            <a:lightRig rig="threePt" dir="t"/>
          </a:scene3d>
        </p:spPr>
        <p:txBody>
          <a:bodyPr wrap="none"/>
          <a:lstStyle/>
          <a:p>
            <a:pPr algn="ctr"/>
            <a:r>
              <a:rPr lang="en-US" sz="1000" dirty="0"/>
              <a:t>Design Verification</a:t>
            </a:r>
          </a:p>
          <a:p>
            <a:pPr algn="ctr"/>
            <a:r>
              <a:rPr lang="en-US" sz="1000" dirty="0"/>
              <a:t>&amp; Test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0000FF"/>
                </a:solidFill>
                <a:latin typeface="Segoe UI" pitchFamily="34" charset="0"/>
                <a:cs typeface="Segoe UI" pitchFamily="34" charset="0"/>
              </a:rPr>
              <a:t>Analysis/Results</a:t>
            </a:r>
            <a:endParaRPr lang="en-US" sz="2800" dirty="0"/>
          </a:p>
        </p:txBody>
      </p:sp>
      <p:sp>
        <p:nvSpPr>
          <p:cNvPr id="4" name="Content Placeholder 3"/>
          <p:cNvSpPr>
            <a:spLocks noGrp="1"/>
          </p:cNvSpPr>
          <p:nvPr>
            <p:ph idx="1"/>
          </p:nvPr>
        </p:nvSpPr>
        <p:spPr>
          <a:xfrm>
            <a:off x="304801" y="1402080"/>
            <a:ext cx="6152792" cy="4524333"/>
          </a:xfrm>
        </p:spPr>
        <p:txBody>
          <a:bodyPr>
            <a:normAutofit/>
          </a:bodyPr>
          <a:lstStyle/>
          <a:p>
            <a:pPr marL="457200" indent="-457200">
              <a:spcBef>
                <a:spcPts val="0"/>
              </a:spcBef>
              <a:buFont typeface="Arial" pitchFamily="34" charset="0"/>
              <a:buChar char="•"/>
            </a:pPr>
            <a:r>
              <a:rPr lang="en-US" sz="1800" dirty="0">
                <a:latin typeface="Segoe UI"/>
                <a:cs typeface="Segoe UI"/>
              </a:rPr>
              <a:t>Created electrical schematic for robot</a:t>
            </a:r>
          </a:p>
          <a:p>
            <a:pPr marL="457200" indent="-457200">
              <a:spcBef>
                <a:spcPts val="0"/>
              </a:spcBef>
              <a:buFont typeface="Arial" pitchFamily="34" charset="0"/>
              <a:buChar char="•"/>
            </a:pPr>
            <a:endParaRPr lang="en-US" sz="1800" dirty="0">
              <a:latin typeface="Segoe UI" pitchFamily="34" charset="0"/>
              <a:cs typeface="Segoe UI" pitchFamily="34" charset="0"/>
            </a:endParaRPr>
          </a:p>
          <a:p>
            <a:pPr marL="457200" indent="-457200">
              <a:spcBef>
                <a:spcPts val="0"/>
              </a:spcBef>
              <a:buFont typeface="Arial" pitchFamily="34" charset="0"/>
              <a:buChar char="•"/>
            </a:pPr>
            <a:r>
              <a:rPr lang="en-US" sz="1800" dirty="0">
                <a:latin typeface="Segoe UI"/>
                <a:cs typeface="Segoe UI"/>
              </a:rPr>
              <a:t>Developed logic flow for the robot if it were to be programmed.</a:t>
            </a:r>
            <a:endParaRPr lang="en-US" sz="1800" dirty="0">
              <a:latin typeface="Segoe UI" pitchFamily="34" charset="0"/>
              <a:cs typeface="Segoe UI" pitchFamily="34" charset="0"/>
            </a:endParaRPr>
          </a:p>
          <a:p>
            <a:pPr marL="457200" indent="-457200">
              <a:spcBef>
                <a:spcPts val="0"/>
              </a:spcBef>
              <a:buFont typeface="Arial" pitchFamily="34" charset="0"/>
              <a:buChar char="•"/>
            </a:pPr>
            <a:endParaRPr lang="en-US" sz="1800" dirty="0">
              <a:latin typeface="Segoe UI" pitchFamily="34" charset="0"/>
              <a:cs typeface="Segoe UI" pitchFamily="34" charset="0"/>
            </a:endParaRPr>
          </a:p>
          <a:p>
            <a:pPr marL="457200" indent="-457200">
              <a:spcBef>
                <a:spcPts val="0"/>
              </a:spcBef>
              <a:buFont typeface="Arial" pitchFamily="34" charset="0"/>
              <a:buChar char="•"/>
            </a:pPr>
            <a:r>
              <a:rPr lang="en-US" sz="1800" dirty="0">
                <a:latin typeface="Segoe UI"/>
                <a:cs typeface="Segoe UI"/>
              </a:rPr>
              <a:t>Designed Chassis and legs for the robot if it were to be built.</a:t>
            </a:r>
            <a:endParaRPr lang="en-US" sz="1800" dirty="0">
              <a:latin typeface="Segoe UI" pitchFamily="34" charset="0"/>
              <a:cs typeface="Segoe UI" pitchFamily="34" charset="0"/>
            </a:endParaRPr>
          </a:p>
          <a:p>
            <a:pPr marL="457200" indent="-457200">
              <a:spcBef>
                <a:spcPts val="0"/>
              </a:spcBef>
              <a:buFont typeface="Arial" pitchFamily="34" charset="0"/>
              <a:buChar char="•"/>
            </a:pPr>
            <a:endParaRPr lang="en-US" sz="1800" dirty="0">
              <a:latin typeface="Segoe UI" pitchFamily="34" charset="0"/>
              <a:cs typeface="Segoe UI" pitchFamily="34" charset="0"/>
            </a:endParaRPr>
          </a:p>
          <a:p>
            <a:pPr marL="457200" indent="-457200">
              <a:spcBef>
                <a:spcPts val="0"/>
              </a:spcBef>
              <a:buFont typeface="Arial" pitchFamily="34" charset="0"/>
              <a:buChar char="•"/>
            </a:pPr>
            <a:r>
              <a:rPr lang="en-US" sz="1800" dirty="0">
                <a:latin typeface="Segoe UI"/>
                <a:cs typeface="Segoe UI"/>
              </a:rPr>
              <a:t>Developed communication system for ICs </a:t>
            </a:r>
            <a:endParaRPr lang="en-US" sz="1800" dirty="0">
              <a:latin typeface="Segoe UI" pitchFamily="34" charset="0"/>
              <a:cs typeface="Segoe UI" pitchFamily="34" charset="0"/>
            </a:endParaRPr>
          </a:p>
          <a:p>
            <a:pPr marL="457200" indent="-457200">
              <a:spcBef>
                <a:spcPts val="0"/>
              </a:spcBef>
              <a:buFont typeface="Arial" pitchFamily="34" charset="0"/>
              <a:buChar char="•"/>
            </a:pPr>
            <a:endParaRPr lang="en-US" sz="1800" dirty="0">
              <a:latin typeface="Segoe UI" pitchFamily="34" charset="0"/>
              <a:cs typeface="Segoe UI" pitchFamily="34" charset="0"/>
            </a:endParaRPr>
          </a:p>
          <a:p>
            <a:pPr marL="457200" indent="-457200">
              <a:spcBef>
                <a:spcPts val="0"/>
              </a:spcBef>
              <a:buFont typeface="Arial" pitchFamily="34" charset="0"/>
              <a:buChar char="•"/>
            </a:pPr>
            <a:endParaRPr lang="en-US" sz="1800" dirty="0">
              <a:latin typeface="Segoe UI" pitchFamily="34" charset="0"/>
              <a:cs typeface="Segoe UI" pitchFamily="34" charset="0"/>
            </a:endParaRPr>
          </a:p>
          <a:p>
            <a:pPr marL="229870" indent="-229870"/>
            <a:endParaRPr lang="en-US"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0000FF"/>
                </a:solidFill>
                <a:latin typeface="Segoe UI" pitchFamily="34" charset="0"/>
                <a:cs typeface="Segoe UI" pitchFamily="34" charset="0"/>
              </a:rPr>
              <a:t>Learning Highlights /Conclusion</a:t>
            </a:r>
            <a:endParaRPr lang="en-US" sz="2800" dirty="0"/>
          </a:p>
        </p:txBody>
      </p:sp>
      <p:sp>
        <p:nvSpPr>
          <p:cNvPr id="3" name="Content Placeholder 2"/>
          <p:cNvSpPr>
            <a:spLocks noGrp="1"/>
          </p:cNvSpPr>
          <p:nvPr>
            <p:ph idx="1"/>
          </p:nvPr>
        </p:nvSpPr>
        <p:spPr>
          <a:xfrm>
            <a:off x="304800" y="1402080"/>
            <a:ext cx="8382000" cy="4846320"/>
          </a:xfrm>
        </p:spPr>
        <p:txBody>
          <a:bodyPr vert="horz" wrap="square" lIns="91440" tIns="45720" rIns="91440" bIns="45720" numCol="1" anchor="t" anchorCtr="0" compatLnSpc="1">
            <a:prstTxWarp prst="textNoShape">
              <a:avLst/>
            </a:prstTxWarp>
            <a:noAutofit/>
          </a:bodyPr>
          <a:lstStyle/>
          <a:p>
            <a:pPr marL="445770" lvl="1" indent="-445770">
              <a:lnSpc>
                <a:spcPct val="120000"/>
              </a:lnSpc>
              <a:spcAft>
                <a:spcPct val="50000"/>
              </a:spcAft>
              <a:buFontTx/>
              <a:buChar char="•"/>
            </a:pPr>
            <a:r>
              <a:rPr lang="en-US" sz="1800" b="1" dirty="0">
                <a:solidFill>
                  <a:srgbClr val="000000"/>
                </a:solidFill>
                <a:latin typeface="Segoe UI"/>
                <a:cs typeface="Segoe UI"/>
              </a:rPr>
              <a:t>Learning Highlights</a:t>
            </a:r>
            <a:endParaRPr lang="en-US" sz="1800">
              <a:latin typeface="Segoe UI"/>
              <a:cs typeface="Segoe UI"/>
            </a:endParaRPr>
          </a:p>
          <a:p>
            <a:pPr marL="848995" lvl="2" indent="-445770">
              <a:lnSpc>
                <a:spcPct val="120000"/>
              </a:lnSpc>
              <a:spcAft>
                <a:spcPct val="50000"/>
              </a:spcAft>
            </a:pPr>
            <a:r>
              <a:rPr lang="en-US" sz="1800" dirty="0">
                <a:solidFill>
                  <a:srgbClr val="000000"/>
                </a:solidFill>
                <a:latin typeface="Segoe UI"/>
                <a:cs typeface="Segoe UI"/>
              </a:rPr>
              <a:t>Tensor Flow requires processing power out of scope for a robot with on board computing</a:t>
            </a:r>
            <a:endParaRPr lang="en-US" sz="1800" dirty="0">
              <a:solidFill>
                <a:srgbClr val="000000"/>
              </a:solidFill>
              <a:latin typeface="Segoe UI" pitchFamily="34" charset="0"/>
              <a:cs typeface="Segoe UI" pitchFamily="34" charset="0"/>
            </a:endParaRPr>
          </a:p>
          <a:p>
            <a:pPr marL="848995" lvl="2" indent="-445770">
              <a:lnSpc>
                <a:spcPct val="120000"/>
              </a:lnSpc>
              <a:spcAft>
                <a:spcPct val="50000"/>
              </a:spcAft>
            </a:pPr>
            <a:r>
              <a:rPr lang="en-US" sz="1800" dirty="0">
                <a:solidFill>
                  <a:srgbClr val="000000"/>
                </a:solidFill>
                <a:latin typeface="Segoe UI"/>
                <a:cs typeface="Segoe UI"/>
              </a:rPr>
              <a:t>Used CAD to model robot components </a:t>
            </a:r>
          </a:p>
          <a:p>
            <a:pPr marL="848995" lvl="2" indent="-445770">
              <a:lnSpc>
                <a:spcPct val="120000"/>
              </a:lnSpc>
              <a:spcAft>
                <a:spcPct val="50000"/>
              </a:spcAft>
            </a:pPr>
            <a:r>
              <a:rPr lang="en-US" sz="1800" dirty="0">
                <a:solidFill>
                  <a:srgbClr val="000000"/>
                </a:solidFill>
                <a:latin typeface="Segoe UI"/>
                <a:cs typeface="Segoe UI"/>
              </a:rPr>
              <a:t>Tested power usage of each component to determine how to safely/efficiently design the robot's electrical system</a:t>
            </a:r>
            <a:endParaRPr lang="en-US" sz="1800" dirty="0">
              <a:solidFill>
                <a:srgbClr val="000000"/>
              </a:solidFill>
              <a:latin typeface="Segoe UI" pitchFamily="34" charset="0"/>
              <a:cs typeface="Segoe UI" pitchFamily="34" charset="0"/>
            </a:endParaRPr>
          </a:p>
          <a:p>
            <a:pPr marL="403225" lvl="2" indent="0">
              <a:lnSpc>
                <a:spcPct val="120000"/>
              </a:lnSpc>
              <a:spcAft>
                <a:spcPct val="50000"/>
              </a:spcAft>
              <a:buNone/>
            </a:pPr>
            <a:r>
              <a:rPr lang="en-US" sz="1800" b="1" dirty="0">
                <a:solidFill>
                  <a:srgbClr val="000000"/>
                </a:solidFill>
                <a:latin typeface="Segoe UI"/>
                <a:cs typeface="Segoe UI"/>
              </a:rPr>
              <a:t>Conclusion:</a:t>
            </a:r>
            <a:r>
              <a:rPr lang="en-US" sz="1800" dirty="0">
                <a:solidFill>
                  <a:srgbClr val="000000"/>
                </a:solidFill>
                <a:latin typeface="Segoe UI"/>
                <a:cs typeface="Segoe UI"/>
              </a:rPr>
              <a:t> </a:t>
            </a:r>
            <a:endParaRPr lang="en-US" sz="1800" dirty="0">
              <a:solidFill>
                <a:srgbClr val="000000"/>
              </a:solidFill>
              <a:latin typeface="Segoe UI" pitchFamily="34" charset="0"/>
              <a:cs typeface="Segoe UI" pitchFamily="34" charset="0"/>
            </a:endParaRPr>
          </a:p>
          <a:p>
            <a:pPr marL="848995" lvl="2" indent="-445770">
              <a:lnSpc>
                <a:spcPct val="85000"/>
              </a:lnSpc>
              <a:spcAft>
                <a:spcPct val="50000"/>
              </a:spcAft>
            </a:pPr>
            <a:r>
              <a:rPr lang="en-US" sz="1800" dirty="0">
                <a:solidFill>
                  <a:srgbClr val="000000"/>
                </a:solidFill>
                <a:latin typeface="Segoe UI"/>
                <a:cs typeface="Segoe UI"/>
              </a:rPr>
              <a:t>Robot Could not be completed due to the change in setting due to circumstances beyond our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0000FF"/>
                </a:solidFill>
                <a:latin typeface="Segoe UI" pitchFamily="34" charset="0"/>
                <a:cs typeface="Segoe UI" pitchFamily="34" charset="0"/>
              </a:rPr>
              <a:t>Future Work / Connection to NGC</a:t>
            </a:r>
            <a:endParaRPr lang="en-US" sz="2800" dirty="0"/>
          </a:p>
        </p:txBody>
      </p:sp>
      <p:sp>
        <p:nvSpPr>
          <p:cNvPr id="3" name="Content Placeholder 2"/>
          <p:cNvSpPr>
            <a:spLocks noGrp="1"/>
          </p:cNvSpPr>
          <p:nvPr>
            <p:ph idx="1"/>
          </p:nvPr>
        </p:nvSpPr>
        <p:spPr/>
        <p:txBody>
          <a:bodyPr>
            <a:normAutofit/>
          </a:bodyPr>
          <a:lstStyle/>
          <a:p>
            <a:pPr marL="457200" indent="-457200">
              <a:buNone/>
            </a:pPr>
            <a:r>
              <a:rPr lang="en-US" sz="1800" b="1" dirty="0">
                <a:latin typeface="Segoe UI" pitchFamily="34" charset="0"/>
                <a:cs typeface="Segoe UI" pitchFamily="34" charset="0"/>
              </a:rPr>
              <a:t>Future Work </a:t>
            </a:r>
          </a:p>
          <a:p>
            <a:pPr marL="457200" lvl="1" indent="-457200">
              <a:buFont typeface="Arial" pitchFamily="34" charset="0"/>
              <a:buChar char="•"/>
            </a:pPr>
            <a:r>
              <a:rPr lang="en-US" sz="1800" dirty="0">
                <a:latin typeface="Segoe UI"/>
                <a:cs typeface="Segoe UI"/>
              </a:rPr>
              <a:t>After the current situation ends, the robot could be assembled</a:t>
            </a:r>
            <a:endParaRPr lang="en-US" sz="1800">
              <a:latin typeface="Segoe UI" pitchFamily="34" charset="0"/>
              <a:cs typeface="Segoe UI" pitchFamily="34" charset="0"/>
            </a:endParaRPr>
          </a:p>
          <a:p>
            <a:pPr marL="457200" lvl="1" indent="-457200">
              <a:buFont typeface="Arial" pitchFamily="34" charset="0"/>
              <a:buChar char="•"/>
            </a:pPr>
            <a:r>
              <a:rPr lang="en-US" sz="1800" dirty="0">
                <a:latin typeface="Segoe UI"/>
                <a:cs typeface="Segoe UI"/>
              </a:rPr>
              <a:t>Add Arm to the robot</a:t>
            </a:r>
            <a:endParaRPr lang="en-US" sz="1800" dirty="0">
              <a:latin typeface="Segoe UI" pitchFamily="34" charset="0"/>
              <a:cs typeface="Segoe UI" pitchFamily="34" charset="0"/>
            </a:endParaRPr>
          </a:p>
          <a:p>
            <a:pPr marL="457200" indent="-457200">
              <a:buNone/>
            </a:pPr>
            <a:r>
              <a:rPr lang="en-US" sz="1800" b="1" dirty="0">
                <a:latin typeface="Segoe UI" pitchFamily="34" charset="0"/>
                <a:cs typeface="Segoe UI" pitchFamily="34" charset="0"/>
              </a:rPr>
              <a:t>Related Technology</a:t>
            </a:r>
          </a:p>
          <a:p>
            <a:pPr marL="457200" lvl="1" indent="-457200">
              <a:buFont typeface="Arial" pitchFamily="34" charset="0"/>
              <a:buChar char="•"/>
            </a:pPr>
            <a:r>
              <a:rPr lang="en-US" sz="1800" dirty="0">
                <a:latin typeface="Segoe UI"/>
                <a:cs typeface="Segoe UI"/>
              </a:rPr>
              <a:t>Linux</a:t>
            </a:r>
          </a:p>
          <a:p>
            <a:pPr marL="457200" lvl="1" indent="-457200">
              <a:buFont typeface="Arial" pitchFamily="34" charset="0"/>
              <a:buChar char="•"/>
            </a:pPr>
            <a:r>
              <a:rPr lang="en-US" sz="1800" dirty="0">
                <a:latin typeface="Segoe UI"/>
                <a:cs typeface="Segoe UI"/>
              </a:rPr>
              <a:t>Transistors</a:t>
            </a:r>
          </a:p>
          <a:p>
            <a:pPr marL="457200" lvl="1" indent="-457200">
              <a:buFont typeface="Arial" pitchFamily="34" charset="0"/>
              <a:buChar char="•"/>
            </a:pPr>
            <a:r>
              <a:rPr lang="en-US" sz="1800" dirty="0">
                <a:latin typeface="Segoe UI"/>
                <a:cs typeface="Segoe UI"/>
              </a:rPr>
              <a:t>Serial Communication</a:t>
            </a:r>
          </a:p>
          <a:p>
            <a:pPr marL="457200" lvl="1" indent="-457200">
              <a:buFont typeface="Arial" pitchFamily="34" charset="0"/>
              <a:buChar char="•"/>
            </a:pPr>
            <a:r>
              <a:rPr lang="en-US" sz="1800" dirty="0">
                <a:latin typeface="Segoe UI"/>
                <a:cs typeface="Segoe UI"/>
              </a:rPr>
              <a:t>Mechanical Engineering</a:t>
            </a:r>
            <a:endParaRPr lang="en-US" sz="1800" dirty="0">
              <a:latin typeface="Segoe UI" pitchFamily="34" charset="0"/>
              <a:cs typeface="Segoe UI" pitchFamily="34" charset="0"/>
            </a:endParaRPr>
          </a:p>
          <a:p>
            <a:pPr marL="457200" lvl="1" indent="-457200">
              <a:buFont typeface="Arial"/>
              <a:buChar char="•"/>
            </a:pPr>
            <a:r>
              <a:rPr lang="en-US" sz="1800" dirty="0">
                <a:latin typeface="Segoe UI"/>
                <a:cs typeface="Segoe UI"/>
              </a:rPr>
              <a:t>Embedded Technology</a:t>
            </a:r>
            <a:endParaRPr lang="en-US" sz="1800" dirty="0">
              <a:latin typeface="Segoe UI" pitchFamily="34" charset="0"/>
              <a:cs typeface="Segoe UI" pitchFamily="34" charset="0"/>
            </a:endParaRPr>
          </a:p>
          <a:p>
            <a:pPr marL="457200" lvl="1" indent="-457200">
              <a:buFont typeface="Arial"/>
              <a:buChar char="•"/>
            </a:pPr>
            <a:r>
              <a:rPr lang="en-US" sz="1800" dirty="0">
                <a:latin typeface="Segoe UI"/>
                <a:cs typeface="Segoe UI"/>
              </a:rPr>
              <a:t>Software Development (C++, Python)</a:t>
            </a:r>
            <a:endParaRPr lang="en-US" sz="1800" dirty="0">
              <a:latin typeface="Segoe UI" pitchFamily="34" charset="0"/>
              <a:cs typeface="Segoe UI" pitchFamily="34" charset="0"/>
            </a:endParaRPr>
          </a:p>
        </p:txBody>
      </p:sp>
    </p:spTree>
  </p:cSld>
  <p:clrMapOvr>
    <a:masterClrMapping/>
  </p:clrMapOvr>
</p:sld>
</file>

<file path=ppt/theme/theme1.xml><?xml version="1.0" encoding="utf-8"?>
<a:theme xmlns:a="http://schemas.openxmlformats.org/drawingml/2006/main" name="noc_ppt_template_jan2012">
  <a:themeElements>
    <a:clrScheme name="Default Design 14">
      <a:dk1>
        <a:srgbClr val="000000"/>
      </a:dk1>
      <a:lt1>
        <a:srgbClr val="FFFFFF"/>
      </a:lt1>
      <a:dk2>
        <a:srgbClr val="000000"/>
      </a:dk2>
      <a:lt2>
        <a:srgbClr val="808080"/>
      </a:lt2>
      <a:accent1>
        <a:srgbClr val="005DAA"/>
      </a:accent1>
      <a:accent2>
        <a:srgbClr val="CC0000"/>
      </a:accent2>
      <a:accent3>
        <a:srgbClr val="FFFFFF"/>
      </a:accent3>
      <a:accent4>
        <a:srgbClr val="000000"/>
      </a:accent4>
      <a:accent5>
        <a:srgbClr val="AAB6D2"/>
      </a:accent5>
      <a:accent6>
        <a:srgbClr val="B90000"/>
      </a:accent6>
      <a:hlink>
        <a:srgbClr val="4FAFFF"/>
      </a:hlink>
      <a:folHlink>
        <a:srgbClr val="009600"/>
      </a:folHlink>
    </a:clrScheme>
    <a:fontScheme name="Default Design">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txDef>
      <a:spPr>
        <a:noFill/>
      </a:spPr>
      <a:bodyPr wrap="square" rtlCol="0">
        <a:spAutoFit/>
      </a:bodyPr>
      <a:lstStyle>
        <a:defPPr>
          <a:defRPr sz="1600" dirty="0">
            <a:latin typeface="Arial" pitchFamily="34" charset="0"/>
            <a:cs typeface="Arial" pitchFamily="34" charset="0"/>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005DAA"/>
        </a:accent1>
        <a:accent2>
          <a:srgbClr val="CC0000"/>
        </a:accent2>
        <a:accent3>
          <a:srgbClr val="FFFFFF"/>
        </a:accent3>
        <a:accent4>
          <a:srgbClr val="000000"/>
        </a:accent4>
        <a:accent5>
          <a:srgbClr val="AAB6D2"/>
        </a:accent5>
        <a:accent6>
          <a:srgbClr val="B90000"/>
        </a:accent6>
        <a:hlink>
          <a:srgbClr val="4FAFFF"/>
        </a:hlink>
        <a:folHlink>
          <a:srgbClr val="00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00000"/>
        </a:dk2>
        <a:lt2>
          <a:srgbClr val="808080"/>
        </a:lt2>
        <a:accent1>
          <a:srgbClr val="005DAA"/>
        </a:accent1>
        <a:accent2>
          <a:srgbClr val="CC0000"/>
        </a:accent2>
        <a:accent3>
          <a:srgbClr val="FFFFFF"/>
        </a:accent3>
        <a:accent4>
          <a:srgbClr val="000000"/>
        </a:accent4>
        <a:accent5>
          <a:srgbClr val="AAB6D2"/>
        </a:accent5>
        <a:accent6>
          <a:srgbClr val="B90000"/>
        </a:accent6>
        <a:hlink>
          <a:srgbClr val="4FAFFF"/>
        </a:hlink>
        <a:folHlink>
          <a:srgbClr val="0096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2012 corporate template</Template>
  <TotalTime>466</TotalTime>
  <Words>615</Words>
  <Application>Microsoft Office PowerPoint</Application>
  <PresentationFormat>On-screen Show (4:3)</PresentationFormat>
  <Paragraphs>116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noc_ppt_template_jan2012</vt:lpstr>
      <vt:lpstr>HIP Project Expo</vt:lpstr>
      <vt:lpstr>PowerPoint Presentation</vt:lpstr>
      <vt:lpstr>PowerPoint Presentation</vt:lpstr>
      <vt:lpstr>Approach / Process</vt:lpstr>
      <vt:lpstr>Analysis/Results</vt:lpstr>
      <vt:lpstr>Learning Highlights /Conclusion</vt:lpstr>
      <vt:lpstr>Future Work / Connection to NGC</vt:lpstr>
    </vt:vector>
  </TitlesOfParts>
  <Company>Northrop Grumman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HIP Project Expo</dc:title>
  <dc:creator>sandlme</dc:creator>
  <cp:lastModifiedBy>Carney, Travis M [US] (MS)</cp:lastModifiedBy>
  <cp:revision>236</cp:revision>
  <dcterms:created xsi:type="dcterms:W3CDTF">2013-03-05T20:36:14Z</dcterms:created>
  <dcterms:modified xsi:type="dcterms:W3CDTF">2020-06-04T11:30:49Z</dcterms:modified>
</cp:coreProperties>
</file>